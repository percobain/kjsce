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5143500" cx="9144000"/>
  <p:notesSz cx="5143500" cy="9144000"/>
  <p:embeddedFontLst>
    <p:embeddedFont>
      <p:font typeface="Fira Sans"/>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9" roundtripDataSignature="AMtx7mjfNqiNx6TbKWiS8jFxEsZfW2uPQ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FiraSans-regular.fntdata"/><Relationship Id="rId14" Type="http://schemas.openxmlformats.org/officeDocument/2006/relationships/slide" Target="slides/slide10.xml"/><Relationship Id="rId17" Type="http://schemas.openxmlformats.org/officeDocument/2006/relationships/font" Target="fonts/FiraSans-italic.fntdata"/><Relationship Id="rId16" Type="http://schemas.openxmlformats.org/officeDocument/2006/relationships/font" Target="fonts/FiraSans-bold.fntdata"/><Relationship Id="rId5" Type="http://schemas.openxmlformats.org/officeDocument/2006/relationships/slide" Target="slides/slide1.xml"/><Relationship Id="rId19" Type="http://customschemas.google.com/relationships/presentationmetadata" Target="metadata"/><Relationship Id="rId6" Type="http://schemas.openxmlformats.org/officeDocument/2006/relationships/slide" Target="slides/slide2.xml"/><Relationship Id="rId18" Type="http://schemas.openxmlformats.org/officeDocument/2006/relationships/font" Target="fonts/FiraSans-boldItalic.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 name="Google Shape;8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 name="Google Shape;8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 name="Google Shape;9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da72f3286c_0_2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da72f3286c_0_22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g3da72f3286c_0_22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da72f3286c_0_1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da72f3286c_0_14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g3da72f3286c_0_14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da72f3286c_0_1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da72f3286c_0_16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g3da72f3286c_0_16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da72f3286c_0_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da72f3286c_0_10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g3da72f3286c_0_10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da72f3286c_0_2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da72f3286c_0_20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g3da72f3286c_0_20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da72f3286c_0_2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da72f3286c_0_22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g3da72f3286c_0_22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da72f3286c_0_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da72f3286c_0_10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g3da72f3286c_0_10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g3da72f3286c_0_6"/>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marR="0" rtl="0" algn="ctr">
              <a:lnSpc>
                <a:spcPct val="90000"/>
              </a:lnSpc>
              <a:spcBef>
                <a:spcPts val="0"/>
              </a:spcBef>
              <a:spcAft>
                <a:spcPts val="0"/>
              </a:spcAft>
              <a:buClr>
                <a:srgbClr val="A42530"/>
              </a:buClr>
              <a:buSzPts val="4500"/>
              <a:buFont typeface="Marcellus"/>
              <a:buNone/>
              <a:defRPr b="0" i="0" sz="4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17" name="Google Shape;17;g3da72f3286c_0_6"/>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marR="0" rtl="0" algn="ctr">
              <a:lnSpc>
                <a:spcPct val="90000"/>
              </a:lnSpc>
              <a:spcBef>
                <a:spcPts val="800"/>
              </a:spcBef>
              <a:spcAft>
                <a:spcPts val="0"/>
              </a:spcAft>
              <a:buClr>
                <a:srgbClr val="4D4D4C"/>
              </a:buClr>
              <a:buSzPts val="1800"/>
              <a:buFont typeface="Arial"/>
              <a:buNone/>
              <a:defRPr b="0" i="0" sz="1800" u="none" cap="none" strike="noStrike">
                <a:solidFill>
                  <a:srgbClr val="000000"/>
                </a:solidFill>
                <a:latin typeface="Arial"/>
                <a:ea typeface="Arial"/>
                <a:cs typeface="Arial"/>
                <a:sym typeface="Arial"/>
              </a:defRPr>
            </a:lvl1pPr>
            <a:lvl2pPr lvl="1" marR="0" rtl="0" algn="ctr">
              <a:lnSpc>
                <a:spcPct val="90000"/>
              </a:lnSpc>
              <a:spcBef>
                <a:spcPts val="400"/>
              </a:spcBef>
              <a:spcAft>
                <a:spcPts val="0"/>
              </a:spcAft>
              <a:buClr>
                <a:srgbClr val="4D4D4C"/>
              </a:buClr>
              <a:buSzPts val="1500"/>
              <a:buFont typeface="Arial"/>
              <a:buNone/>
              <a:defRPr b="0" i="0" sz="1500" u="none" cap="none" strike="noStrike">
                <a:solidFill>
                  <a:srgbClr val="000000"/>
                </a:solidFill>
                <a:latin typeface="Arial"/>
                <a:ea typeface="Arial"/>
                <a:cs typeface="Arial"/>
                <a:sym typeface="Arial"/>
              </a:defRPr>
            </a:lvl2pPr>
            <a:lvl3pPr lvl="2" marR="0" rtl="0" algn="ctr">
              <a:lnSpc>
                <a:spcPct val="90000"/>
              </a:lnSpc>
              <a:spcBef>
                <a:spcPts val="400"/>
              </a:spcBef>
              <a:spcAft>
                <a:spcPts val="0"/>
              </a:spcAft>
              <a:buClr>
                <a:srgbClr val="4D4D4C"/>
              </a:buClr>
              <a:buSzPts val="1400"/>
              <a:buFont typeface="Arial"/>
              <a:buNone/>
              <a:defRPr b="0" i="0" sz="1400" u="none" cap="none" strike="noStrike">
                <a:solidFill>
                  <a:srgbClr val="000000"/>
                </a:solidFill>
                <a:latin typeface="Arial"/>
                <a:ea typeface="Arial"/>
                <a:cs typeface="Arial"/>
                <a:sym typeface="Arial"/>
              </a:defRPr>
            </a:lvl3pPr>
            <a:lvl4pPr lvl="3" marR="0" rtl="0" algn="ctr">
              <a:lnSpc>
                <a:spcPct val="90000"/>
              </a:lnSpc>
              <a:spcBef>
                <a:spcPts val="400"/>
              </a:spcBef>
              <a:spcAft>
                <a:spcPts val="0"/>
              </a:spcAft>
              <a:buClr>
                <a:srgbClr val="4D4D4C"/>
              </a:buClr>
              <a:buSzPts val="1200"/>
              <a:buFont typeface="Arial"/>
              <a:buNone/>
              <a:defRPr b="0" i="0" sz="1200" u="none" cap="none" strike="noStrike">
                <a:solidFill>
                  <a:srgbClr val="000000"/>
                </a:solidFill>
                <a:latin typeface="Arial"/>
                <a:ea typeface="Arial"/>
                <a:cs typeface="Arial"/>
                <a:sym typeface="Arial"/>
              </a:defRPr>
            </a:lvl4pPr>
            <a:lvl5pPr lvl="4" marR="0" rtl="0" algn="ctr">
              <a:lnSpc>
                <a:spcPct val="90000"/>
              </a:lnSpc>
              <a:spcBef>
                <a:spcPts val="400"/>
              </a:spcBef>
              <a:spcAft>
                <a:spcPts val="0"/>
              </a:spcAft>
              <a:buClr>
                <a:srgbClr val="4D4D4C"/>
              </a:buClr>
              <a:buSzPts val="1200"/>
              <a:buFont typeface="Arial"/>
              <a:buNone/>
              <a:defRPr b="0" i="0" sz="1200" u="none" cap="none" strike="noStrike">
                <a:solidFill>
                  <a:srgbClr val="000000"/>
                </a:solidFill>
                <a:latin typeface="Arial"/>
                <a:ea typeface="Arial"/>
                <a:cs typeface="Arial"/>
                <a:sym typeface="Arial"/>
              </a:defRPr>
            </a:lvl5pPr>
            <a:lvl6pPr lvl="5" marR="0" rtl="0" algn="ctr">
              <a:lnSpc>
                <a:spcPct val="900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6pPr>
            <a:lvl7pPr lvl="6" marR="0" rtl="0" algn="ctr">
              <a:lnSpc>
                <a:spcPct val="900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7pPr>
            <a:lvl8pPr lvl="7" marR="0" rtl="0" algn="ctr">
              <a:lnSpc>
                <a:spcPct val="900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8pPr>
            <a:lvl9pPr lvl="8" marR="0" rtl="0" algn="ctr">
              <a:lnSpc>
                <a:spcPct val="90000"/>
              </a:lnSpc>
              <a:spcBef>
                <a:spcPts val="4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9pPr>
          </a:lstStyle>
          <a:p/>
        </p:txBody>
      </p:sp>
      <p:sp>
        <p:nvSpPr>
          <p:cNvPr id="18" name="Google Shape;18;g3da72f3286c_0_6"/>
          <p:cNvSpPr txBox="1"/>
          <p:nvPr>
            <p:ph idx="10" type="dt"/>
          </p:nvPr>
        </p:nvSpPr>
        <p:spPr>
          <a:xfrm>
            <a:off x="628650" y="4382398"/>
            <a:ext cx="2057400" cy="3723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19" name="Google Shape;19;g3da72f3286c_0_6"/>
          <p:cNvSpPr txBox="1"/>
          <p:nvPr>
            <p:ph idx="11" type="ftr"/>
          </p:nvPr>
        </p:nvSpPr>
        <p:spPr>
          <a:xfrm>
            <a:off x="3028950" y="4382398"/>
            <a:ext cx="3086100" cy="3861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20" name="Google Shape;20;g3da72f3286c_0_6"/>
          <p:cNvSpPr txBox="1"/>
          <p:nvPr>
            <p:ph idx="12" type="sldNum"/>
          </p:nvPr>
        </p:nvSpPr>
        <p:spPr>
          <a:xfrm>
            <a:off x="7627208" y="4397247"/>
            <a:ext cx="1512300" cy="372300"/>
          </a:xfrm>
          <a:prstGeom prst="rect">
            <a:avLst/>
          </a:prstGeom>
          <a:noFill/>
          <a:ln>
            <a:noFill/>
          </a:ln>
        </p:spPr>
        <p:txBody>
          <a:bodyPr anchorCtr="0" anchor="ctr" bIns="34275" lIns="68575" spcFirstLastPara="1" rIns="68575" wrap="square" tIns="34275">
            <a:noAutofit/>
          </a:bodyPr>
          <a:lstStyle>
            <a:lvl1pPr indent="0" lvl="0"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1pPr>
            <a:lvl2pPr indent="0" lvl="1"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2pPr>
            <a:lvl3pPr indent="0" lvl="2"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3pPr>
            <a:lvl4pPr indent="0" lvl="3"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4pPr>
            <a:lvl5pPr indent="0" lvl="4"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5pPr>
            <a:lvl6pPr indent="0" lvl="5"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6pPr>
            <a:lvl7pPr indent="0" lvl="6"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7pPr>
            <a:lvl8pPr indent="0" lvl="7"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8pPr>
            <a:lvl9pPr indent="0" lvl="8"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1" name="Shape 21"/>
        <p:cNvGrpSpPr/>
        <p:nvPr/>
      </p:nvGrpSpPr>
      <p:grpSpPr>
        <a:xfrm>
          <a:off x="0" y="0"/>
          <a:ext cx="0" cy="0"/>
          <a:chOff x="0" y="0"/>
          <a:chExt cx="0" cy="0"/>
        </a:xfrm>
      </p:grpSpPr>
      <p:sp>
        <p:nvSpPr>
          <p:cNvPr id="22" name="Google Shape;22;g3da72f3286c_0_12"/>
          <p:cNvSpPr txBox="1"/>
          <p:nvPr>
            <p:ph type="title"/>
          </p:nvPr>
        </p:nvSpPr>
        <p:spPr>
          <a:xfrm>
            <a:off x="629841" y="740568"/>
            <a:ext cx="2949300" cy="802500"/>
          </a:xfrm>
          <a:prstGeom prst="rect">
            <a:avLst/>
          </a:prstGeom>
          <a:noFill/>
          <a:ln>
            <a:noFill/>
          </a:ln>
        </p:spPr>
        <p:txBody>
          <a:bodyPr anchorCtr="0" anchor="b" bIns="34275" lIns="68575" spcFirstLastPara="1" rIns="68575" wrap="square" tIns="34275">
            <a:normAutofit/>
          </a:bodyPr>
          <a:lstStyle>
            <a:lvl1pPr lvl="0" marR="0" rtl="0" algn="l">
              <a:lnSpc>
                <a:spcPct val="90000"/>
              </a:lnSpc>
              <a:spcBef>
                <a:spcPts val="0"/>
              </a:spcBef>
              <a:spcAft>
                <a:spcPts val="0"/>
              </a:spcAft>
              <a:buClr>
                <a:srgbClr val="A42530"/>
              </a:buClr>
              <a:buSzPts val="2400"/>
              <a:buFont typeface="Marcellus"/>
              <a:buNone/>
              <a:defRPr b="0" i="0" sz="2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23" name="Google Shape;23;g3da72f3286c_0_12"/>
          <p:cNvSpPr txBox="1"/>
          <p:nvPr>
            <p:ph idx="1" type="body"/>
          </p:nvPr>
        </p:nvSpPr>
        <p:spPr>
          <a:xfrm>
            <a:off x="3887391" y="740569"/>
            <a:ext cx="4629300" cy="3655200"/>
          </a:xfrm>
          <a:prstGeom prst="rect">
            <a:avLst/>
          </a:prstGeom>
          <a:noFill/>
          <a:ln>
            <a:noFill/>
          </a:ln>
        </p:spPr>
        <p:txBody>
          <a:bodyPr anchorCtr="0" anchor="t" bIns="34275" lIns="68575" spcFirstLastPara="1" rIns="68575" wrap="square" tIns="34275">
            <a:normAutofit/>
          </a:bodyPr>
          <a:lstStyle>
            <a:lvl1pPr indent="-381000" lvl="0" marL="457200" marR="0" rtl="0" algn="l">
              <a:lnSpc>
                <a:spcPct val="90000"/>
              </a:lnSpc>
              <a:spcBef>
                <a:spcPts val="800"/>
              </a:spcBef>
              <a:spcAft>
                <a:spcPts val="0"/>
              </a:spcAft>
              <a:buClr>
                <a:srgbClr val="4D4D4C"/>
              </a:buClr>
              <a:buSzPts val="2400"/>
              <a:buFont typeface="Arial"/>
              <a:buChar char="•"/>
              <a:defRPr b="0" i="0" sz="2400" u="none" cap="none" strike="noStrike">
                <a:solidFill>
                  <a:srgbClr val="000000"/>
                </a:solidFill>
                <a:latin typeface="Arial"/>
                <a:ea typeface="Arial"/>
                <a:cs typeface="Arial"/>
                <a:sym typeface="Arial"/>
              </a:defRPr>
            </a:lvl1pPr>
            <a:lvl2pPr indent="-361950" lvl="1" marL="914400" marR="0" rtl="0" algn="l">
              <a:lnSpc>
                <a:spcPct val="90000"/>
              </a:lnSpc>
              <a:spcBef>
                <a:spcPts val="400"/>
              </a:spcBef>
              <a:spcAft>
                <a:spcPts val="0"/>
              </a:spcAft>
              <a:buClr>
                <a:srgbClr val="4D4D4C"/>
              </a:buClr>
              <a:buSzPts val="2100"/>
              <a:buFont typeface="Arial"/>
              <a:buChar char="•"/>
              <a:defRPr b="0" i="0" sz="2100" u="none" cap="none" strike="noStrike">
                <a:solidFill>
                  <a:srgbClr val="000000"/>
                </a:solidFill>
                <a:latin typeface="Arial"/>
                <a:ea typeface="Arial"/>
                <a:cs typeface="Arial"/>
                <a:sym typeface="Arial"/>
              </a:defRPr>
            </a:lvl2pPr>
            <a:lvl3pPr indent="-342900" lvl="2" marL="1371600" marR="0" rtl="0" algn="l">
              <a:lnSpc>
                <a:spcPct val="90000"/>
              </a:lnSpc>
              <a:spcBef>
                <a:spcPts val="400"/>
              </a:spcBef>
              <a:spcAft>
                <a:spcPts val="0"/>
              </a:spcAft>
              <a:buClr>
                <a:srgbClr val="4D4D4C"/>
              </a:buClr>
              <a:buSzPts val="1800"/>
              <a:buFont typeface="Arial"/>
              <a:buChar char="•"/>
              <a:defRPr b="0" i="0" sz="1800" u="none" cap="none" strike="noStrike">
                <a:solidFill>
                  <a:srgbClr val="000000"/>
                </a:solidFill>
                <a:latin typeface="Arial"/>
                <a:ea typeface="Arial"/>
                <a:cs typeface="Arial"/>
                <a:sym typeface="Arial"/>
              </a:defRPr>
            </a:lvl3pPr>
            <a:lvl4pPr indent="-323850" lvl="3" marL="1828800" marR="0" rtl="0" algn="l">
              <a:lnSpc>
                <a:spcPct val="90000"/>
              </a:lnSpc>
              <a:spcBef>
                <a:spcPts val="400"/>
              </a:spcBef>
              <a:spcAft>
                <a:spcPts val="0"/>
              </a:spcAft>
              <a:buClr>
                <a:srgbClr val="4D4D4C"/>
              </a:buClr>
              <a:buSzPts val="1500"/>
              <a:buFont typeface="Arial"/>
              <a:buChar char="•"/>
              <a:defRPr b="0" i="0" sz="1500" u="none" cap="none" strike="noStrike">
                <a:solidFill>
                  <a:srgbClr val="000000"/>
                </a:solidFill>
                <a:latin typeface="Arial"/>
                <a:ea typeface="Arial"/>
                <a:cs typeface="Arial"/>
                <a:sym typeface="Arial"/>
              </a:defRPr>
            </a:lvl4pPr>
            <a:lvl5pPr indent="-323850" lvl="4" marL="2286000" marR="0" rtl="0" algn="l">
              <a:lnSpc>
                <a:spcPct val="90000"/>
              </a:lnSpc>
              <a:spcBef>
                <a:spcPts val="400"/>
              </a:spcBef>
              <a:spcAft>
                <a:spcPts val="0"/>
              </a:spcAft>
              <a:buClr>
                <a:srgbClr val="4D4D4C"/>
              </a:buClr>
              <a:buSzPts val="1500"/>
              <a:buFont typeface="Arial"/>
              <a:buChar char="•"/>
              <a:defRPr b="0" i="0" sz="1500" u="none" cap="none" strike="noStrike">
                <a:solidFill>
                  <a:srgbClr val="000000"/>
                </a:solidFill>
                <a:latin typeface="Arial"/>
                <a:ea typeface="Arial"/>
                <a:cs typeface="Arial"/>
                <a:sym typeface="Arial"/>
              </a:defRPr>
            </a:lvl5pPr>
            <a:lvl6pPr indent="-323850" lvl="5" marL="2743200" marR="0" rtl="0" algn="l">
              <a:lnSpc>
                <a:spcPct val="90000"/>
              </a:lnSpc>
              <a:spcBef>
                <a:spcPts val="400"/>
              </a:spcBef>
              <a:spcAft>
                <a:spcPts val="0"/>
              </a:spcAft>
              <a:buClr>
                <a:schemeClr val="dk1"/>
              </a:buClr>
              <a:buSzPts val="1500"/>
              <a:buFont typeface="Arial"/>
              <a:buChar char="•"/>
              <a:defRPr b="0" i="0" sz="1500" u="none" cap="none" strike="noStrike">
                <a:solidFill>
                  <a:srgbClr val="000000"/>
                </a:solidFill>
                <a:latin typeface="Arial"/>
                <a:ea typeface="Arial"/>
                <a:cs typeface="Arial"/>
                <a:sym typeface="Arial"/>
              </a:defRPr>
            </a:lvl6pPr>
            <a:lvl7pPr indent="-323850" lvl="6" marL="3200400" marR="0" rtl="0" algn="l">
              <a:lnSpc>
                <a:spcPct val="90000"/>
              </a:lnSpc>
              <a:spcBef>
                <a:spcPts val="400"/>
              </a:spcBef>
              <a:spcAft>
                <a:spcPts val="0"/>
              </a:spcAft>
              <a:buClr>
                <a:schemeClr val="dk1"/>
              </a:buClr>
              <a:buSzPts val="1500"/>
              <a:buFont typeface="Arial"/>
              <a:buChar char="•"/>
              <a:defRPr b="0" i="0" sz="1500" u="none" cap="none" strike="noStrike">
                <a:solidFill>
                  <a:srgbClr val="000000"/>
                </a:solidFill>
                <a:latin typeface="Arial"/>
                <a:ea typeface="Arial"/>
                <a:cs typeface="Arial"/>
                <a:sym typeface="Arial"/>
              </a:defRPr>
            </a:lvl7pPr>
            <a:lvl8pPr indent="-323850" lvl="7" marL="3657600" marR="0" rtl="0" algn="l">
              <a:lnSpc>
                <a:spcPct val="90000"/>
              </a:lnSpc>
              <a:spcBef>
                <a:spcPts val="400"/>
              </a:spcBef>
              <a:spcAft>
                <a:spcPts val="0"/>
              </a:spcAft>
              <a:buClr>
                <a:schemeClr val="dk1"/>
              </a:buClr>
              <a:buSzPts val="1500"/>
              <a:buFont typeface="Arial"/>
              <a:buChar char="•"/>
              <a:defRPr b="0" i="0" sz="1500" u="none" cap="none" strike="noStrike">
                <a:solidFill>
                  <a:srgbClr val="000000"/>
                </a:solidFill>
                <a:latin typeface="Arial"/>
                <a:ea typeface="Arial"/>
                <a:cs typeface="Arial"/>
                <a:sym typeface="Arial"/>
              </a:defRPr>
            </a:lvl8pPr>
            <a:lvl9pPr indent="-323850" lvl="8" marL="4114800" marR="0" rtl="0" algn="l">
              <a:lnSpc>
                <a:spcPct val="90000"/>
              </a:lnSpc>
              <a:spcBef>
                <a:spcPts val="400"/>
              </a:spcBef>
              <a:spcAft>
                <a:spcPts val="0"/>
              </a:spcAft>
              <a:buClr>
                <a:schemeClr val="dk1"/>
              </a:buClr>
              <a:buSzPts val="1500"/>
              <a:buFont typeface="Arial"/>
              <a:buChar char="•"/>
              <a:defRPr b="0" i="0" sz="1500" u="none" cap="none" strike="noStrike">
                <a:solidFill>
                  <a:srgbClr val="000000"/>
                </a:solidFill>
                <a:latin typeface="Arial"/>
                <a:ea typeface="Arial"/>
                <a:cs typeface="Arial"/>
                <a:sym typeface="Arial"/>
              </a:defRPr>
            </a:lvl9pPr>
          </a:lstStyle>
          <a:p/>
        </p:txBody>
      </p:sp>
      <p:sp>
        <p:nvSpPr>
          <p:cNvPr id="24" name="Google Shape;24;g3da72f3286c_0_12"/>
          <p:cNvSpPr txBox="1"/>
          <p:nvPr>
            <p:ph idx="2" type="body"/>
          </p:nvPr>
        </p:nvSpPr>
        <p:spPr>
          <a:xfrm>
            <a:off x="629841" y="1543050"/>
            <a:ext cx="2949300" cy="2858700"/>
          </a:xfrm>
          <a:prstGeom prst="rect">
            <a:avLst/>
          </a:prstGeom>
          <a:noFill/>
          <a:ln>
            <a:noFill/>
          </a:ln>
        </p:spPr>
        <p:txBody>
          <a:bodyPr anchorCtr="0" anchor="t" bIns="34275" lIns="68575" spcFirstLastPara="1" rIns="68575" wrap="square" tIns="34275">
            <a:normAutofit/>
          </a:bodyPr>
          <a:lstStyle>
            <a:lvl1pPr indent="-228600" lvl="0" marL="457200" marR="0" rtl="0" algn="l">
              <a:lnSpc>
                <a:spcPct val="90000"/>
              </a:lnSpc>
              <a:spcBef>
                <a:spcPts val="800"/>
              </a:spcBef>
              <a:spcAft>
                <a:spcPts val="0"/>
              </a:spcAft>
              <a:buClr>
                <a:srgbClr val="4D4D4C"/>
              </a:buClr>
              <a:buSzPts val="1200"/>
              <a:buFont typeface="Arial"/>
              <a:buNone/>
              <a:defRPr b="0" i="0" sz="1200" u="none" cap="none" strike="noStrike">
                <a:solidFill>
                  <a:srgbClr val="000000"/>
                </a:solidFill>
                <a:latin typeface="Arial"/>
                <a:ea typeface="Arial"/>
                <a:cs typeface="Arial"/>
                <a:sym typeface="Arial"/>
              </a:defRPr>
            </a:lvl1pPr>
            <a:lvl2pPr indent="-228600" lvl="1" marL="914400" marR="0" rtl="0" algn="l">
              <a:lnSpc>
                <a:spcPct val="90000"/>
              </a:lnSpc>
              <a:spcBef>
                <a:spcPts val="400"/>
              </a:spcBef>
              <a:spcAft>
                <a:spcPts val="0"/>
              </a:spcAft>
              <a:buClr>
                <a:srgbClr val="4D4D4C"/>
              </a:buClr>
              <a:buSzPts val="1100"/>
              <a:buFont typeface="Arial"/>
              <a:buNone/>
              <a:defRPr b="0" i="0" sz="1100" u="none" cap="none" strike="noStrike">
                <a:solidFill>
                  <a:srgbClr val="000000"/>
                </a:solidFill>
                <a:latin typeface="Arial"/>
                <a:ea typeface="Arial"/>
                <a:cs typeface="Arial"/>
                <a:sym typeface="Arial"/>
              </a:defRPr>
            </a:lvl2pPr>
            <a:lvl3pPr indent="-228600" lvl="2" marL="1371600" marR="0" rtl="0" algn="l">
              <a:lnSpc>
                <a:spcPct val="90000"/>
              </a:lnSpc>
              <a:spcBef>
                <a:spcPts val="400"/>
              </a:spcBef>
              <a:spcAft>
                <a:spcPts val="0"/>
              </a:spcAft>
              <a:buClr>
                <a:srgbClr val="4D4D4C"/>
              </a:buClr>
              <a:buSzPts val="900"/>
              <a:buFont typeface="Arial"/>
              <a:buNone/>
              <a:defRPr b="0" i="0" sz="900" u="none" cap="none" strike="noStrike">
                <a:solidFill>
                  <a:srgbClr val="000000"/>
                </a:solidFill>
                <a:latin typeface="Arial"/>
                <a:ea typeface="Arial"/>
                <a:cs typeface="Arial"/>
                <a:sym typeface="Arial"/>
              </a:defRPr>
            </a:lvl3pPr>
            <a:lvl4pPr indent="-228600" lvl="3" marL="1828800" marR="0" rtl="0" algn="l">
              <a:lnSpc>
                <a:spcPct val="90000"/>
              </a:lnSpc>
              <a:spcBef>
                <a:spcPts val="400"/>
              </a:spcBef>
              <a:spcAft>
                <a:spcPts val="0"/>
              </a:spcAft>
              <a:buClr>
                <a:srgbClr val="4D4D4C"/>
              </a:buClr>
              <a:buSzPts val="800"/>
              <a:buFont typeface="Arial"/>
              <a:buNone/>
              <a:defRPr b="0" i="0" sz="800" u="none" cap="none" strike="noStrike">
                <a:solidFill>
                  <a:srgbClr val="000000"/>
                </a:solidFill>
                <a:latin typeface="Arial"/>
                <a:ea typeface="Arial"/>
                <a:cs typeface="Arial"/>
                <a:sym typeface="Arial"/>
              </a:defRPr>
            </a:lvl4pPr>
            <a:lvl5pPr indent="-228600" lvl="4" marL="2286000" marR="0" rtl="0" algn="l">
              <a:lnSpc>
                <a:spcPct val="90000"/>
              </a:lnSpc>
              <a:spcBef>
                <a:spcPts val="400"/>
              </a:spcBef>
              <a:spcAft>
                <a:spcPts val="0"/>
              </a:spcAft>
              <a:buClr>
                <a:srgbClr val="4D4D4C"/>
              </a:buClr>
              <a:buSzPts val="800"/>
              <a:buFont typeface="Arial"/>
              <a:buNone/>
              <a:defRPr b="0" i="0" sz="800" u="none" cap="none" strike="noStrike">
                <a:solidFill>
                  <a:srgbClr val="000000"/>
                </a:solidFill>
                <a:latin typeface="Arial"/>
                <a:ea typeface="Arial"/>
                <a:cs typeface="Arial"/>
                <a:sym typeface="Arial"/>
              </a:defRPr>
            </a:lvl5pPr>
            <a:lvl6pPr indent="-228600" lvl="5" marL="2743200" marR="0" rtl="0" algn="l">
              <a:lnSpc>
                <a:spcPct val="90000"/>
              </a:lnSpc>
              <a:spcBef>
                <a:spcPts val="400"/>
              </a:spcBef>
              <a:spcAft>
                <a:spcPts val="0"/>
              </a:spcAft>
              <a:buClr>
                <a:schemeClr val="dk1"/>
              </a:buClr>
              <a:buSzPts val="800"/>
              <a:buFont typeface="Arial"/>
              <a:buNone/>
              <a:defRPr b="0" i="0" sz="800" u="none" cap="none" strike="noStrike">
                <a:solidFill>
                  <a:srgbClr val="000000"/>
                </a:solidFill>
                <a:latin typeface="Arial"/>
                <a:ea typeface="Arial"/>
                <a:cs typeface="Arial"/>
                <a:sym typeface="Arial"/>
              </a:defRPr>
            </a:lvl6pPr>
            <a:lvl7pPr indent="-228600" lvl="6" marL="3200400" marR="0" rtl="0" algn="l">
              <a:lnSpc>
                <a:spcPct val="90000"/>
              </a:lnSpc>
              <a:spcBef>
                <a:spcPts val="400"/>
              </a:spcBef>
              <a:spcAft>
                <a:spcPts val="0"/>
              </a:spcAft>
              <a:buClr>
                <a:schemeClr val="dk1"/>
              </a:buClr>
              <a:buSzPts val="800"/>
              <a:buFont typeface="Arial"/>
              <a:buNone/>
              <a:defRPr b="0" i="0" sz="800" u="none" cap="none" strike="noStrike">
                <a:solidFill>
                  <a:srgbClr val="000000"/>
                </a:solidFill>
                <a:latin typeface="Arial"/>
                <a:ea typeface="Arial"/>
                <a:cs typeface="Arial"/>
                <a:sym typeface="Arial"/>
              </a:defRPr>
            </a:lvl7pPr>
            <a:lvl8pPr indent="-228600" lvl="7" marL="3657600" marR="0" rtl="0" algn="l">
              <a:lnSpc>
                <a:spcPct val="90000"/>
              </a:lnSpc>
              <a:spcBef>
                <a:spcPts val="400"/>
              </a:spcBef>
              <a:spcAft>
                <a:spcPts val="0"/>
              </a:spcAft>
              <a:buClr>
                <a:schemeClr val="dk1"/>
              </a:buClr>
              <a:buSzPts val="800"/>
              <a:buFont typeface="Arial"/>
              <a:buNone/>
              <a:defRPr b="0" i="0" sz="800" u="none" cap="none" strike="noStrike">
                <a:solidFill>
                  <a:srgbClr val="000000"/>
                </a:solidFill>
                <a:latin typeface="Arial"/>
                <a:ea typeface="Arial"/>
                <a:cs typeface="Arial"/>
                <a:sym typeface="Arial"/>
              </a:defRPr>
            </a:lvl8pPr>
            <a:lvl9pPr indent="-228600" lvl="8" marL="4114800" marR="0" rtl="0" algn="l">
              <a:lnSpc>
                <a:spcPct val="90000"/>
              </a:lnSpc>
              <a:spcBef>
                <a:spcPts val="400"/>
              </a:spcBef>
              <a:spcAft>
                <a:spcPts val="0"/>
              </a:spcAft>
              <a:buClr>
                <a:schemeClr val="dk1"/>
              </a:buClr>
              <a:buSzPts val="800"/>
              <a:buFont typeface="Arial"/>
              <a:buNone/>
              <a:defRPr b="0" i="0" sz="800" u="none" cap="none" strike="noStrike">
                <a:solidFill>
                  <a:srgbClr val="000000"/>
                </a:solidFill>
                <a:latin typeface="Arial"/>
                <a:ea typeface="Arial"/>
                <a:cs typeface="Arial"/>
                <a:sym typeface="Arial"/>
              </a:defRPr>
            </a:lvl9pPr>
          </a:lstStyle>
          <a:p/>
        </p:txBody>
      </p:sp>
      <p:sp>
        <p:nvSpPr>
          <p:cNvPr id="25" name="Google Shape;25;g3da72f3286c_0_12"/>
          <p:cNvSpPr txBox="1"/>
          <p:nvPr>
            <p:ph idx="10" type="dt"/>
          </p:nvPr>
        </p:nvSpPr>
        <p:spPr>
          <a:xfrm>
            <a:off x="628650" y="4382398"/>
            <a:ext cx="2057400" cy="3723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26" name="Google Shape;26;g3da72f3286c_0_12"/>
          <p:cNvSpPr txBox="1"/>
          <p:nvPr>
            <p:ph idx="11" type="ftr"/>
          </p:nvPr>
        </p:nvSpPr>
        <p:spPr>
          <a:xfrm>
            <a:off x="3028950" y="4382398"/>
            <a:ext cx="3086100" cy="3861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27" name="Google Shape;27;g3da72f3286c_0_12"/>
          <p:cNvSpPr txBox="1"/>
          <p:nvPr>
            <p:ph idx="12" type="sldNum"/>
          </p:nvPr>
        </p:nvSpPr>
        <p:spPr>
          <a:xfrm>
            <a:off x="7627208" y="4397247"/>
            <a:ext cx="1512300" cy="372300"/>
          </a:xfrm>
          <a:prstGeom prst="rect">
            <a:avLst/>
          </a:prstGeom>
          <a:noFill/>
          <a:ln>
            <a:noFill/>
          </a:ln>
        </p:spPr>
        <p:txBody>
          <a:bodyPr anchorCtr="0" anchor="ctr" bIns="34275" lIns="68575" spcFirstLastPara="1" rIns="68575" wrap="square" tIns="34275">
            <a:noAutofit/>
          </a:bodyPr>
          <a:lstStyle>
            <a:lvl1pPr indent="0" lvl="0"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1pPr>
            <a:lvl2pPr indent="0" lvl="1"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2pPr>
            <a:lvl3pPr indent="0" lvl="2"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3pPr>
            <a:lvl4pPr indent="0" lvl="3"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4pPr>
            <a:lvl5pPr indent="0" lvl="4"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5pPr>
            <a:lvl6pPr indent="0" lvl="5"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6pPr>
            <a:lvl7pPr indent="0" lvl="6"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7pPr>
            <a:lvl8pPr indent="0" lvl="7"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8pPr>
            <a:lvl9pPr indent="0" lvl="8"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g3da72f3286c_0_19"/>
          <p:cNvSpPr txBox="1"/>
          <p:nvPr>
            <p:ph type="title"/>
          </p:nvPr>
        </p:nvSpPr>
        <p:spPr>
          <a:xfrm>
            <a:off x="628650" y="649706"/>
            <a:ext cx="7886700" cy="618300"/>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rgbClr val="A42530"/>
              </a:buClr>
              <a:buSzPts val="14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30" name="Google Shape;30;g3da72f3286c_0_19"/>
          <p:cNvSpPr txBox="1"/>
          <p:nvPr>
            <p:ph idx="10" type="dt"/>
          </p:nvPr>
        </p:nvSpPr>
        <p:spPr>
          <a:xfrm>
            <a:off x="628650" y="4382398"/>
            <a:ext cx="2057400" cy="3723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31" name="Google Shape;31;g3da72f3286c_0_19"/>
          <p:cNvSpPr txBox="1"/>
          <p:nvPr>
            <p:ph idx="11" type="ftr"/>
          </p:nvPr>
        </p:nvSpPr>
        <p:spPr>
          <a:xfrm>
            <a:off x="3028950" y="4382398"/>
            <a:ext cx="3086100" cy="3861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32" name="Google Shape;32;g3da72f3286c_0_19"/>
          <p:cNvSpPr txBox="1"/>
          <p:nvPr>
            <p:ph idx="12" type="sldNum"/>
          </p:nvPr>
        </p:nvSpPr>
        <p:spPr>
          <a:xfrm>
            <a:off x="7627208" y="4397247"/>
            <a:ext cx="1512300" cy="372300"/>
          </a:xfrm>
          <a:prstGeom prst="rect">
            <a:avLst/>
          </a:prstGeom>
          <a:noFill/>
          <a:ln>
            <a:noFill/>
          </a:ln>
        </p:spPr>
        <p:txBody>
          <a:bodyPr anchorCtr="0" anchor="ctr" bIns="34275" lIns="68575" spcFirstLastPara="1" rIns="68575" wrap="square" tIns="34275">
            <a:noAutofit/>
          </a:bodyPr>
          <a:lstStyle>
            <a:lvl1pPr indent="0" lvl="0"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1pPr>
            <a:lvl2pPr indent="0" lvl="1"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2pPr>
            <a:lvl3pPr indent="0" lvl="2"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3pPr>
            <a:lvl4pPr indent="0" lvl="3"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4pPr>
            <a:lvl5pPr indent="0" lvl="4"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5pPr>
            <a:lvl6pPr indent="0" lvl="5"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6pPr>
            <a:lvl7pPr indent="0" lvl="6"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7pPr>
            <a:lvl8pPr indent="0" lvl="7"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8pPr>
            <a:lvl9pPr indent="0" lvl="8"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3" name="Shape 33"/>
        <p:cNvGrpSpPr/>
        <p:nvPr/>
      </p:nvGrpSpPr>
      <p:grpSpPr>
        <a:xfrm>
          <a:off x="0" y="0"/>
          <a:ext cx="0" cy="0"/>
          <a:chOff x="0" y="0"/>
          <a:chExt cx="0" cy="0"/>
        </a:xfrm>
      </p:grpSpPr>
      <p:sp>
        <p:nvSpPr>
          <p:cNvPr id="34" name="Google Shape;34;g3da72f3286c_0_24"/>
          <p:cNvSpPr txBox="1"/>
          <p:nvPr>
            <p:ph type="title"/>
          </p:nvPr>
        </p:nvSpPr>
        <p:spPr>
          <a:xfrm>
            <a:off x="629841" y="740568"/>
            <a:ext cx="2949300" cy="802500"/>
          </a:xfrm>
          <a:prstGeom prst="rect">
            <a:avLst/>
          </a:prstGeom>
          <a:noFill/>
          <a:ln>
            <a:noFill/>
          </a:ln>
        </p:spPr>
        <p:txBody>
          <a:bodyPr anchorCtr="0" anchor="b" bIns="34275" lIns="68575" spcFirstLastPara="1" rIns="68575" wrap="square" tIns="34275">
            <a:normAutofit/>
          </a:bodyPr>
          <a:lstStyle>
            <a:lvl1pPr lvl="0" marR="0" rtl="0" algn="l">
              <a:lnSpc>
                <a:spcPct val="90000"/>
              </a:lnSpc>
              <a:spcBef>
                <a:spcPts val="0"/>
              </a:spcBef>
              <a:spcAft>
                <a:spcPts val="0"/>
              </a:spcAft>
              <a:buClr>
                <a:srgbClr val="A42530"/>
              </a:buClr>
              <a:buSzPts val="2400"/>
              <a:buFont typeface="Marcellus"/>
              <a:buNone/>
              <a:defRPr b="0" i="0" sz="2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35" name="Google Shape;35;g3da72f3286c_0_24"/>
          <p:cNvSpPr/>
          <p:nvPr>
            <p:ph idx="2" type="pic"/>
          </p:nvPr>
        </p:nvSpPr>
        <p:spPr>
          <a:xfrm>
            <a:off x="3887391" y="740569"/>
            <a:ext cx="4629300" cy="3655200"/>
          </a:xfrm>
          <a:prstGeom prst="rect">
            <a:avLst/>
          </a:prstGeom>
          <a:noFill/>
          <a:ln>
            <a:noFill/>
          </a:ln>
        </p:spPr>
      </p:sp>
      <p:sp>
        <p:nvSpPr>
          <p:cNvPr id="36" name="Google Shape;36;g3da72f3286c_0_24"/>
          <p:cNvSpPr txBox="1"/>
          <p:nvPr>
            <p:ph idx="1" type="body"/>
          </p:nvPr>
        </p:nvSpPr>
        <p:spPr>
          <a:xfrm>
            <a:off x="629841" y="1543050"/>
            <a:ext cx="2949300" cy="2858700"/>
          </a:xfrm>
          <a:prstGeom prst="rect">
            <a:avLst/>
          </a:prstGeom>
          <a:noFill/>
          <a:ln>
            <a:noFill/>
          </a:ln>
        </p:spPr>
        <p:txBody>
          <a:bodyPr anchorCtr="0" anchor="t" bIns="34275" lIns="68575" spcFirstLastPara="1" rIns="68575" wrap="square" tIns="34275">
            <a:normAutofit/>
          </a:bodyPr>
          <a:lstStyle>
            <a:lvl1pPr indent="-228600" lvl="0" marL="457200" marR="0" rtl="0" algn="l">
              <a:lnSpc>
                <a:spcPct val="90000"/>
              </a:lnSpc>
              <a:spcBef>
                <a:spcPts val="800"/>
              </a:spcBef>
              <a:spcAft>
                <a:spcPts val="0"/>
              </a:spcAft>
              <a:buClr>
                <a:srgbClr val="4D4D4C"/>
              </a:buClr>
              <a:buSzPts val="1200"/>
              <a:buFont typeface="Arial"/>
              <a:buNone/>
              <a:defRPr b="0" i="0" sz="1200" u="none" cap="none" strike="noStrike">
                <a:solidFill>
                  <a:srgbClr val="000000"/>
                </a:solidFill>
                <a:latin typeface="Arial"/>
                <a:ea typeface="Arial"/>
                <a:cs typeface="Arial"/>
                <a:sym typeface="Arial"/>
              </a:defRPr>
            </a:lvl1pPr>
            <a:lvl2pPr indent="-228600" lvl="1" marL="914400" marR="0" rtl="0" algn="l">
              <a:lnSpc>
                <a:spcPct val="90000"/>
              </a:lnSpc>
              <a:spcBef>
                <a:spcPts val="400"/>
              </a:spcBef>
              <a:spcAft>
                <a:spcPts val="0"/>
              </a:spcAft>
              <a:buClr>
                <a:srgbClr val="4D4D4C"/>
              </a:buClr>
              <a:buSzPts val="1100"/>
              <a:buFont typeface="Arial"/>
              <a:buNone/>
              <a:defRPr b="0" i="0" sz="1100" u="none" cap="none" strike="noStrike">
                <a:solidFill>
                  <a:srgbClr val="000000"/>
                </a:solidFill>
                <a:latin typeface="Arial"/>
                <a:ea typeface="Arial"/>
                <a:cs typeface="Arial"/>
                <a:sym typeface="Arial"/>
              </a:defRPr>
            </a:lvl2pPr>
            <a:lvl3pPr indent="-228600" lvl="2" marL="1371600" marR="0" rtl="0" algn="l">
              <a:lnSpc>
                <a:spcPct val="90000"/>
              </a:lnSpc>
              <a:spcBef>
                <a:spcPts val="400"/>
              </a:spcBef>
              <a:spcAft>
                <a:spcPts val="0"/>
              </a:spcAft>
              <a:buClr>
                <a:srgbClr val="4D4D4C"/>
              </a:buClr>
              <a:buSzPts val="900"/>
              <a:buFont typeface="Arial"/>
              <a:buNone/>
              <a:defRPr b="0" i="0" sz="900" u="none" cap="none" strike="noStrike">
                <a:solidFill>
                  <a:srgbClr val="000000"/>
                </a:solidFill>
                <a:latin typeface="Arial"/>
                <a:ea typeface="Arial"/>
                <a:cs typeface="Arial"/>
                <a:sym typeface="Arial"/>
              </a:defRPr>
            </a:lvl3pPr>
            <a:lvl4pPr indent="-228600" lvl="3" marL="1828800" marR="0" rtl="0" algn="l">
              <a:lnSpc>
                <a:spcPct val="90000"/>
              </a:lnSpc>
              <a:spcBef>
                <a:spcPts val="400"/>
              </a:spcBef>
              <a:spcAft>
                <a:spcPts val="0"/>
              </a:spcAft>
              <a:buClr>
                <a:srgbClr val="4D4D4C"/>
              </a:buClr>
              <a:buSzPts val="800"/>
              <a:buFont typeface="Arial"/>
              <a:buNone/>
              <a:defRPr b="0" i="0" sz="800" u="none" cap="none" strike="noStrike">
                <a:solidFill>
                  <a:srgbClr val="000000"/>
                </a:solidFill>
                <a:latin typeface="Arial"/>
                <a:ea typeface="Arial"/>
                <a:cs typeface="Arial"/>
                <a:sym typeface="Arial"/>
              </a:defRPr>
            </a:lvl4pPr>
            <a:lvl5pPr indent="-228600" lvl="4" marL="2286000" marR="0" rtl="0" algn="l">
              <a:lnSpc>
                <a:spcPct val="90000"/>
              </a:lnSpc>
              <a:spcBef>
                <a:spcPts val="400"/>
              </a:spcBef>
              <a:spcAft>
                <a:spcPts val="0"/>
              </a:spcAft>
              <a:buClr>
                <a:srgbClr val="4D4D4C"/>
              </a:buClr>
              <a:buSzPts val="800"/>
              <a:buFont typeface="Arial"/>
              <a:buNone/>
              <a:defRPr b="0" i="0" sz="800" u="none" cap="none" strike="noStrike">
                <a:solidFill>
                  <a:srgbClr val="000000"/>
                </a:solidFill>
                <a:latin typeface="Arial"/>
                <a:ea typeface="Arial"/>
                <a:cs typeface="Arial"/>
                <a:sym typeface="Arial"/>
              </a:defRPr>
            </a:lvl5pPr>
            <a:lvl6pPr indent="-228600" lvl="5" marL="2743200" marR="0" rtl="0" algn="l">
              <a:lnSpc>
                <a:spcPct val="90000"/>
              </a:lnSpc>
              <a:spcBef>
                <a:spcPts val="400"/>
              </a:spcBef>
              <a:spcAft>
                <a:spcPts val="0"/>
              </a:spcAft>
              <a:buClr>
                <a:schemeClr val="dk1"/>
              </a:buClr>
              <a:buSzPts val="800"/>
              <a:buFont typeface="Arial"/>
              <a:buNone/>
              <a:defRPr b="0" i="0" sz="800" u="none" cap="none" strike="noStrike">
                <a:solidFill>
                  <a:srgbClr val="000000"/>
                </a:solidFill>
                <a:latin typeface="Arial"/>
                <a:ea typeface="Arial"/>
                <a:cs typeface="Arial"/>
                <a:sym typeface="Arial"/>
              </a:defRPr>
            </a:lvl6pPr>
            <a:lvl7pPr indent="-228600" lvl="6" marL="3200400" marR="0" rtl="0" algn="l">
              <a:lnSpc>
                <a:spcPct val="90000"/>
              </a:lnSpc>
              <a:spcBef>
                <a:spcPts val="400"/>
              </a:spcBef>
              <a:spcAft>
                <a:spcPts val="0"/>
              </a:spcAft>
              <a:buClr>
                <a:schemeClr val="dk1"/>
              </a:buClr>
              <a:buSzPts val="800"/>
              <a:buFont typeface="Arial"/>
              <a:buNone/>
              <a:defRPr b="0" i="0" sz="800" u="none" cap="none" strike="noStrike">
                <a:solidFill>
                  <a:srgbClr val="000000"/>
                </a:solidFill>
                <a:latin typeface="Arial"/>
                <a:ea typeface="Arial"/>
                <a:cs typeface="Arial"/>
                <a:sym typeface="Arial"/>
              </a:defRPr>
            </a:lvl7pPr>
            <a:lvl8pPr indent="-228600" lvl="7" marL="3657600" marR="0" rtl="0" algn="l">
              <a:lnSpc>
                <a:spcPct val="90000"/>
              </a:lnSpc>
              <a:spcBef>
                <a:spcPts val="400"/>
              </a:spcBef>
              <a:spcAft>
                <a:spcPts val="0"/>
              </a:spcAft>
              <a:buClr>
                <a:schemeClr val="dk1"/>
              </a:buClr>
              <a:buSzPts val="800"/>
              <a:buFont typeface="Arial"/>
              <a:buNone/>
              <a:defRPr b="0" i="0" sz="800" u="none" cap="none" strike="noStrike">
                <a:solidFill>
                  <a:srgbClr val="000000"/>
                </a:solidFill>
                <a:latin typeface="Arial"/>
                <a:ea typeface="Arial"/>
                <a:cs typeface="Arial"/>
                <a:sym typeface="Arial"/>
              </a:defRPr>
            </a:lvl8pPr>
            <a:lvl9pPr indent="-228600" lvl="8" marL="4114800" marR="0" rtl="0" algn="l">
              <a:lnSpc>
                <a:spcPct val="90000"/>
              </a:lnSpc>
              <a:spcBef>
                <a:spcPts val="400"/>
              </a:spcBef>
              <a:spcAft>
                <a:spcPts val="0"/>
              </a:spcAft>
              <a:buClr>
                <a:schemeClr val="dk1"/>
              </a:buClr>
              <a:buSzPts val="800"/>
              <a:buFont typeface="Arial"/>
              <a:buNone/>
              <a:defRPr b="0" i="0" sz="800" u="none" cap="none" strike="noStrike">
                <a:solidFill>
                  <a:srgbClr val="000000"/>
                </a:solidFill>
                <a:latin typeface="Arial"/>
                <a:ea typeface="Arial"/>
                <a:cs typeface="Arial"/>
                <a:sym typeface="Arial"/>
              </a:defRPr>
            </a:lvl9pPr>
          </a:lstStyle>
          <a:p/>
        </p:txBody>
      </p:sp>
      <p:sp>
        <p:nvSpPr>
          <p:cNvPr id="37" name="Google Shape;37;g3da72f3286c_0_24"/>
          <p:cNvSpPr txBox="1"/>
          <p:nvPr>
            <p:ph idx="10" type="dt"/>
          </p:nvPr>
        </p:nvSpPr>
        <p:spPr>
          <a:xfrm>
            <a:off x="628650" y="4382398"/>
            <a:ext cx="2057400" cy="3723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38" name="Google Shape;38;g3da72f3286c_0_24"/>
          <p:cNvSpPr txBox="1"/>
          <p:nvPr>
            <p:ph idx="11" type="ftr"/>
          </p:nvPr>
        </p:nvSpPr>
        <p:spPr>
          <a:xfrm>
            <a:off x="3028950" y="4382398"/>
            <a:ext cx="3086100" cy="3861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39" name="Google Shape;39;g3da72f3286c_0_24"/>
          <p:cNvSpPr txBox="1"/>
          <p:nvPr>
            <p:ph idx="12" type="sldNum"/>
          </p:nvPr>
        </p:nvSpPr>
        <p:spPr>
          <a:xfrm>
            <a:off x="7627208" y="4397247"/>
            <a:ext cx="1512300" cy="372300"/>
          </a:xfrm>
          <a:prstGeom prst="rect">
            <a:avLst/>
          </a:prstGeom>
          <a:noFill/>
          <a:ln>
            <a:noFill/>
          </a:ln>
        </p:spPr>
        <p:txBody>
          <a:bodyPr anchorCtr="0" anchor="ctr" bIns="34275" lIns="68575" spcFirstLastPara="1" rIns="68575" wrap="square" tIns="34275">
            <a:noAutofit/>
          </a:bodyPr>
          <a:lstStyle>
            <a:lvl1pPr indent="0" lvl="0"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1pPr>
            <a:lvl2pPr indent="0" lvl="1"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2pPr>
            <a:lvl3pPr indent="0" lvl="2"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3pPr>
            <a:lvl4pPr indent="0" lvl="3"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4pPr>
            <a:lvl5pPr indent="0" lvl="4"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5pPr>
            <a:lvl6pPr indent="0" lvl="5"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6pPr>
            <a:lvl7pPr indent="0" lvl="6"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7pPr>
            <a:lvl8pPr indent="0" lvl="7"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8pPr>
            <a:lvl9pPr indent="0" lvl="8"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0" name="Shape 40"/>
        <p:cNvGrpSpPr/>
        <p:nvPr/>
      </p:nvGrpSpPr>
      <p:grpSpPr>
        <a:xfrm>
          <a:off x="0" y="0"/>
          <a:ext cx="0" cy="0"/>
          <a:chOff x="0" y="0"/>
          <a:chExt cx="0" cy="0"/>
        </a:xfrm>
      </p:grpSpPr>
      <p:sp>
        <p:nvSpPr>
          <p:cNvPr id="41" name="Google Shape;41;g3da72f3286c_0_31"/>
          <p:cNvSpPr/>
          <p:nvPr/>
        </p:nvSpPr>
        <p:spPr>
          <a:xfrm>
            <a:off x="0" y="4260354"/>
            <a:ext cx="628800" cy="893100"/>
          </a:xfrm>
          <a:prstGeom prst="rect">
            <a:avLst/>
          </a:prstGeom>
          <a:solidFill>
            <a:srgbClr val="A425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42" name="Google Shape;42;g3da72f3286c_0_31"/>
          <p:cNvSpPr/>
          <p:nvPr/>
        </p:nvSpPr>
        <p:spPr>
          <a:xfrm>
            <a:off x="628649" y="4767263"/>
            <a:ext cx="6998700" cy="386100"/>
          </a:xfrm>
          <a:prstGeom prst="rect">
            <a:avLst/>
          </a:prstGeom>
          <a:solidFill>
            <a:srgbClr val="A425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Fira Sans"/>
              <a:ea typeface="Fira Sans"/>
              <a:cs typeface="Fira Sans"/>
              <a:sym typeface="Fira Sans"/>
            </a:endParaRPr>
          </a:p>
        </p:txBody>
      </p:sp>
      <p:sp>
        <p:nvSpPr>
          <p:cNvPr id="43" name="Google Shape;43;g3da72f3286c_0_31"/>
          <p:cNvSpPr txBox="1"/>
          <p:nvPr>
            <p:ph type="title"/>
          </p:nvPr>
        </p:nvSpPr>
        <p:spPr>
          <a:xfrm>
            <a:off x="628650" y="649706"/>
            <a:ext cx="7886700" cy="618300"/>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rgbClr val="A42530"/>
              </a:buClr>
              <a:buSzPts val="14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44" name="Google Shape;44;g3da72f3286c_0_31"/>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marR="0" rtl="0" algn="l">
              <a:lnSpc>
                <a:spcPct val="90000"/>
              </a:lnSpc>
              <a:spcBef>
                <a:spcPts val="8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90000"/>
              </a:lnSpc>
              <a:spcBef>
                <a:spcPts val="4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90000"/>
              </a:lnSpc>
              <a:spcBef>
                <a:spcPts val="4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90000"/>
              </a:lnSpc>
              <a:spcBef>
                <a:spcPts val="4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90000"/>
              </a:lnSpc>
              <a:spcBef>
                <a:spcPts val="4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9pPr>
          </a:lstStyle>
          <a:p/>
        </p:txBody>
      </p:sp>
      <p:sp>
        <p:nvSpPr>
          <p:cNvPr id="45" name="Google Shape;45;g3da72f3286c_0_31"/>
          <p:cNvSpPr txBox="1"/>
          <p:nvPr>
            <p:ph idx="10" type="dt"/>
          </p:nvPr>
        </p:nvSpPr>
        <p:spPr>
          <a:xfrm>
            <a:off x="628650" y="4382398"/>
            <a:ext cx="2057400" cy="3723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46" name="Google Shape;46;g3da72f3286c_0_31"/>
          <p:cNvSpPr txBox="1"/>
          <p:nvPr>
            <p:ph idx="11" type="ftr"/>
          </p:nvPr>
        </p:nvSpPr>
        <p:spPr>
          <a:xfrm>
            <a:off x="3028950" y="4382398"/>
            <a:ext cx="3086100" cy="3861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47" name="Google Shape;47;g3da72f3286c_0_31"/>
          <p:cNvSpPr txBox="1"/>
          <p:nvPr>
            <p:ph idx="12" type="sldNum"/>
          </p:nvPr>
        </p:nvSpPr>
        <p:spPr>
          <a:xfrm>
            <a:off x="7627208" y="4397247"/>
            <a:ext cx="1512300" cy="372300"/>
          </a:xfrm>
          <a:prstGeom prst="rect">
            <a:avLst/>
          </a:prstGeom>
          <a:noFill/>
          <a:ln>
            <a:noFill/>
          </a:ln>
        </p:spPr>
        <p:txBody>
          <a:bodyPr anchorCtr="0" anchor="ctr" bIns="34275" lIns="68575" spcFirstLastPara="1" rIns="68575" wrap="square" tIns="34275">
            <a:noAutofit/>
          </a:bodyPr>
          <a:lstStyle>
            <a:lvl1pPr indent="0" lvl="0"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1pPr>
            <a:lvl2pPr indent="0" lvl="1"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2pPr>
            <a:lvl3pPr indent="0" lvl="2"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3pPr>
            <a:lvl4pPr indent="0" lvl="3"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4pPr>
            <a:lvl5pPr indent="0" lvl="4"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5pPr>
            <a:lvl6pPr indent="0" lvl="5"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6pPr>
            <a:lvl7pPr indent="0" lvl="6"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7pPr>
            <a:lvl8pPr indent="0" lvl="7"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8pPr>
            <a:lvl9pPr indent="0" lvl="8"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8" name="Shape 48"/>
        <p:cNvGrpSpPr/>
        <p:nvPr/>
      </p:nvGrpSpPr>
      <p:grpSpPr>
        <a:xfrm>
          <a:off x="0" y="0"/>
          <a:ext cx="0" cy="0"/>
          <a:chOff x="0" y="0"/>
          <a:chExt cx="0" cy="0"/>
        </a:xfrm>
      </p:grpSpPr>
      <p:sp>
        <p:nvSpPr>
          <p:cNvPr id="49" name="Google Shape;49;g3da72f3286c_0_39"/>
          <p:cNvSpPr txBox="1"/>
          <p:nvPr>
            <p:ph type="title"/>
          </p:nvPr>
        </p:nvSpPr>
        <p:spPr>
          <a:xfrm>
            <a:off x="628650" y="649706"/>
            <a:ext cx="7886700" cy="618300"/>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rgbClr val="A42530"/>
              </a:buClr>
              <a:buSzPts val="14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50" name="Google Shape;50;g3da72f3286c_0_39"/>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marR="0" rtl="0" algn="l">
              <a:lnSpc>
                <a:spcPct val="90000"/>
              </a:lnSpc>
              <a:spcBef>
                <a:spcPts val="8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90000"/>
              </a:lnSpc>
              <a:spcBef>
                <a:spcPts val="4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90000"/>
              </a:lnSpc>
              <a:spcBef>
                <a:spcPts val="4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90000"/>
              </a:lnSpc>
              <a:spcBef>
                <a:spcPts val="4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90000"/>
              </a:lnSpc>
              <a:spcBef>
                <a:spcPts val="4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9pPr>
          </a:lstStyle>
          <a:p/>
        </p:txBody>
      </p:sp>
      <p:sp>
        <p:nvSpPr>
          <p:cNvPr id="51" name="Google Shape;51;g3da72f3286c_0_39"/>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marR="0" rtl="0" algn="l">
              <a:lnSpc>
                <a:spcPct val="90000"/>
              </a:lnSpc>
              <a:spcBef>
                <a:spcPts val="8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90000"/>
              </a:lnSpc>
              <a:spcBef>
                <a:spcPts val="4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90000"/>
              </a:lnSpc>
              <a:spcBef>
                <a:spcPts val="4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90000"/>
              </a:lnSpc>
              <a:spcBef>
                <a:spcPts val="4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90000"/>
              </a:lnSpc>
              <a:spcBef>
                <a:spcPts val="4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9pPr>
          </a:lstStyle>
          <a:p/>
        </p:txBody>
      </p:sp>
      <p:sp>
        <p:nvSpPr>
          <p:cNvPr id="52" name="Google Shape;52;g3da72f3286c_0_39"/>
          <p:cNvSpPr txBox="1"/>
          <p:nvPr>
            <p:ph idx="10" type="dt"/>
          </p:nvPr>
        </p:nvSpPr>
        <p:spPr>
          <a:xfrm>
            <a:off x="628650" y="4382398"/>
            <a:ext cx="2057400" cy="3723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53" name="Google Shape;53;g3da72f3286c_0_39"/>
          <p:cNvSpPr txBox="1"/>
          <p:nvPr>
            <p:ph idx="11" type="ftr"/>
          </p:nvPr>
        </p:nvSpPr>
        <p:spPr>
          <a:xfrm>
            <a:off x="3028950" y="4382398"/>
            <a:ext cx="3086100" cy="3861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54" name="Google Shape;54;g3da72f3286c_0_39"/>
          <p:cNvSpPr txBox="1"/>
          <p:nvPr>
            <p:ph idx="12" type="sldNum"/>
          </p:nvPr>
        </p:nvSpPr>
        <p:spPr>
          <a:xfrm>
            <a:off x="7627208" y="4397247"/>
            <a:ext cx="1512300" cy="372300"/>
          </a:xfrm>
          <a:prstGeom prst="rect">
            <a:avLst/>
          </a:prstGeom>
          <a:noFill/>
          <a:ln>
            <a:noFill/>
          </a:ln>
        </p:spPr>
        <p:txBody>
          <a:bodyPr anchorCtr="0" anchor="ctr" bIns="34275" lIns="68575" spcFirstLastPara="1" rIns="68575" wrap="square" tIns="34275">
            <a:noAutofit/>
          </a:bodyPr>
          <a:lstStyle>
            <a:lvl1pPr indent="0" lvl="0"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1pPr>
            <a:lvl2pPr indent="0" lvl="1"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2pPr>
            <a:lvl3pPr indent="0" lvl="2"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3pPr>
            <a:lvl4pPr indent="0" lvl="3"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4pPr>
            <a:lvl5pPr indent="0" lvl="4"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5pPr>
            <a:lvl6pPr indent="0" lvl="5"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6pPr>
            <a:lvl7pPr indent="0" lvl="6"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7pPr>
            <a:lvl8pPr indent="0" lvl="7"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8pPr>
            <a:lvl9pPr indent="0" lvl="8"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5" name="Shape 55"/>
        <p:cNvGrpSpPr/>
        <p:nvPr/>
      </p:nvGrpSpPr>
      <p:grpSpPr>
        <a:xfrm>
          <a:off x="0" y="0"/>
          <a:ext cx="0" cy="0"/>
          <a:chOff x="0" y="0"/>
          <a:chExt cx="0" cy="0"/>
        </a:xfrm>
      </p:grpSpPr>
      <p:sp>
        <p:nvSpPr>
          <p:cNvPr id="56" name="Google Shape;56;g3da72f3286c_0_46"/>
          <p:cNvSpPr txBox="1"/>
          <p:nvPr>
            <p:ph type="title"/>
          </p:nvPr>
        </p:nvSpPr>
        <p:spPr>
          <a:xfrm>
            <a:off x="623888" y="1282303"/>
            <a:ext cx="7886700" cy="2139600"/>
          </a:xfrm>
          <a:prstGeom prst="rect">
            <a:avLst/>
          </a:prstGeom>
          <a:noFill/>
          <a:ln>
            <a:noFill/>
          </a:ln>
        </p:spPr>
        <p:txBody>
          <a:bodyPr anchorCtr="0" anchor="b" bIns="34275" lIns="68575" spcFirstLastPara="1" rIns="68575" wrap="square" tIns="34275">
            <a:normAutofit/>
          </a:bodyPr>
          <a:lstStyle>
            <a:lvl1pPr lvl="0" marR="0" rtl="0" algn="l">
              <a:lnSpc>
                <a:spcPct val="90000"/>
              </a:lnSpc>
              <a:spcBef>
                <a:spcPts val="0"/>
              </a:spcBef>
              <a:spcAft>
                <a:spcPts val="0"/>
              </a:spcAft>
              <a:buClr>
                <a:srgbClr val="A42530"/>
              </a:buClr>
              <a:buSzPts val="4500"/>
              <a:buFont typeface="Marcellus"/>
              <a:buNone/>
              <a:defRPr b="0" i="0" sz="4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57" name="Google Shape;57;g3da72f3286c_0_46"/>
          <p:cNvSpPr txBox="1"/>
          <p:nvPr>
            <p:ph idx="1" type="body"/>
          </p:nvPr>
        </p:nvSpPr>
        <p:spPr>
          <a:xfrm>
            <a:off x="623888" y="3442097"/>
            <a:ext cx="7886700" cy="1125000"/>
          </a:xfrm>
          <a:prstGeom prst="rect">
            <a:avLst/>
          </a:prstGeom>
          <a:noFill/>
          <a:ln>
            <a:noFill/>
          </a:ln>
        </p:spPr>
        <p:txBody>
          <a:bodyPr anchorCtr="0" anchor="t" bIns="34275" lIns="68575" spcFirstLastPara="1" rIns="68575" wrap="square" tIns="34275">
            <a:normAutofit/>
          </a:bodyPr>
          <a:lstStyle>
            <a:lvl1pPr indent="-228600" lvl="0" marL="457200" marR="0" rtl="0" algn="l">
              <a:lnSpc>
                <a:spcPct val="90000"/>
              </a:lnSpc>
              <a:spcBef>
                <a:spcPts val="800"/>
              </a:spcBef>
              <a:spcAft>
                <a:spcPts val="0"/>
              </a:spcAft>
              <a:buClr>
                <a:srgbClr val="888888"/>
              </a:buClr>
              <a:buSzPts val="1800"/>
              <a:buFont typeface="Arial"/>
              <a:buNone/>
              <a:defRPr b="0" i="0" sz="1800" u="none" cap="none" strike="noStrike">
                <a:solidFill>
                  <a:srgbClr val="888888"/>
                </a:solidFill>
                <a:latin typeface="Arial"/>
                <a:ea typeface="Arial"/>
                <a:cs typeface="Arial"/>
                <a:sym typeface="Arial"/>
              </a:defRPr>
            </a:lvl1pPr>
            <a:lvl2pPr indent="-228600" lvl="1" marL="914400" marR="0" rtl="0" algn="l">
              <a:lnSpc>
                <a:spcPct val="90000"/>
              </a:lnSpc>
              <a:spcBef>
                <a:spcPts val="4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2pPr>
            <a:lvl3pPr indent="-228600" lvl="2" marL="1371600" marR="0" rtl="0" algn="l">
              <a:lnSpc>
                <a:spcPct val="90000"/>
              </a:lnSpc>
              <a:spcBef>
                <a:spcPts val="400"/>
              </a:spcBef>
              <a:spcAft>
                <a:spcPts val="0"/>
              </a:spcAft>
              <a:buClr>
                <a:srgbClr val="888888"/>
              </a:buClr>
              <a:buSzPts val="1400"/>
              <a:buFont typeface="Arial"/>
              <a:buNone/>
              <a:defRPr b="0" i="0" sz="1400" u="none" cap="none" strike="noStrike">
                <a:solidFill>
                  <a:srgbClr val="888888"/>
                </a:solidFill>
                <a:latin typeface="Arial"/>
                <a:ea typeface="Arial"/>
                <a:cs typeface="Arial"/>
                <a:sym typeface="Arial"/>
              </a:defRPr>
            </a:lvl3pPr>
            <a:lvl4pPr indent="-228600" lvl="3" marL="1828800" marR="0" rtl="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4pPr>
            <a:lvl5pPr indent="-228600" lvl="4" marL="2286000" marR="0" rtl="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5pPr>
            <a:lvl6pPr indent="-228600" lvl="5" marL="2743200" marR="0" rtl="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6pPr>
            <a:lvl7pPr indent="-228600" lvl="6" marL="3200400" marR="0" rtl="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7pPr>
            <a:lvl8pPr indent="-228600" lvl="7" marL="3657600" marR="0" rtl="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8pPr>
            <a:lvl9pPr indent="-228600" lvl="8" marL="4114800" marR="0" rtl="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9pPr>
          </a:lstStyle>
          <a:p/>
        </p:txBody>
      </p:sp>
      <p:sp>
        <p:nvSpPr>
          <p:cNvPr id="58" name="Google Shape;58;g3da72f3286c_0_46"/>
          <p:cNvSpPr txBox="1"/>
          <p:nvPr>
            <p:ph idx="10" type="dt"/>
          </p:nvPr>
        </p:nvSpPr>
        <p:spPr>
          <a:xfrm>
            <a:off x="628650" y="4382398"/>
            <a:ext cx="2057400" cy="3723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59" name="Google Shape;59;g3da72f3286c_0_46"/>
          <p:cNvSpPr txBox="1"/>
          <p:nvPr>
            <p:ph idx="11" type="ftr"/>
          </p:nvPr>
        </p:nvSpPr>
        <p:spPr>
          <a:xfrm>
            <a:off x="3028950" y="4382398"/>
            <a:ext cx="3086100" cy="3861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60" name="Google Shape;60;g3da72f3286c_0_46"/>
          <p:cNvSpPr txBox="1"/>
          <p:nvPr>
            <p:ph idx="12" type="sldNum"/>
          </p:nvPr>
        </p:nvSpPr>
        <p:spPr>
          <a:xfrm>
            <a:off x="7627208" y="4397247"/>
            <a:ext cx="1512300" cy="372300"/>
          </a:xfrm>
          <a:prstGeom prst="rect">
            <a:avLst/>
          </a:prstGeom>
          <a:noFill/>
          <a:ln>
            <a:noFill/>
          </a:ln>
        </p:spPr>
        <p:txBody>
          <a:bodyPr anchorCtr="0" anchor="ctr" bIns="34275" lIns="68575" spcFirstLastPara="1" rIns="68575" wrap="square" tIns="34275">
            <a:noAutofit/>
          </a:bodyPr>
          <a:lstStyle>
            <a:lvl1pPr indent="0" lvl="0"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1pPr>
            <a:lvl2pPr indent="0" lvl="1"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2pPr>
            <a:lvl3pPr indent="0" lvl="2"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3pPr>
            <a:lvl4pPr indent="0" lvl="3"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4pPr>
            <a:lvl5pPr indent="0" lvl="4"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5pPr>
            <a:lvl6pPr indent="0" lvl="5"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6pPr>
            <a:lvl7pPr indent="0" lvl="6"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7pPr>
            <a:lvl8pPr indent="0" lvl="7"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8pPr>
            <a:lvl9pPr indent="0" lvl="8"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1" name="Shape 61"/>
        <p:cNvGrpSpPr/>
        <p:nvPr/>
      </p:nvGrpSpPr>
      <p:grpSpPr>
        <a:xfrm>
          <a:off x="0" y="0"/>
          <a:ext cx="0" cy="0"/>
          <a:chOff x="0" y="0"/>
          <a:chExt cx="0" cy="0"/>
        </a:xfrm>
      </p:grpSpPr>
      <p:sp>
        <p:nvSpPr>
          <p:cNvPr id="62" name="Google Shape;62;g3da72f3286c_0_52"/>
          <p:cNvSpPr txBox="1"/>
          <p:nvPr>
            <p:ph type="title"/>
          </p:nvPr>
        </p:nvSpPr>
        <p:spPr>
          <a:xfrm>
            <a:off x="629841" y="650082"/>
            <a:ext cx="7886700" cy="618000"/>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rgbClr val="A42530"/>
              </a:buClr>
              <a:buSzPts val="14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63" name="Google Shape;63;g3da72f3286c_0_52"/>
          <p:cNvSpPr txBox="1"/>
          <p:nvPr>
            <p:ph idx="1" type="body"/>
          </p:nvPr>
        </p:nvSpPr>
        <p:spPr>
          <a:xfrm>
            <a:off x="629841" y="1260872"/>
            <a:ext cx="3868200" cy="618000"/>
          </a:xfrm>
          <a:prstGeom prst="rect">
            <a:avLst/>
          </a:prstGeom>
          <a:noFill/>
          <a:ln>
            <a:noFill/>
          </a:ln>
        </p:spPr>
        <p:txBody>
          <a:bodyPr anchorCtr="0" anchor="b" bIns="34275" lIns="68575" spcFirstLastPara="1" rIns="68575" wrap="square" tIns="34275">
            <a:normAutofit/>
          </a:bodyPr>
          <a:lstStyle>
            <a:lvl1pPr indent="-228600" lvl="0" marL="457200" marR="0" rtl="0" algn="l">
              <a:lnSpc>
                <a:spcPct val="90000"/>
              </a:lnSpc>
              <a:spcBef>
                <a:spcPts val="800"/>
              </a:spcBef>
              <a:spcAft>
                <a:spcPts val="0"/>
              </a:spcAft>
              <a:buClr>
                <a:srgbClr val="4D4D4C"/>
              </a:buClr>
              <a:buSzPts val="1800"/>
              <a:buFont typeface="Arial"/>
              <a:buNone/>
              <a:defRPr b="1" i="0" sz="1800" u="none" cap="none" strike="noStrike">
                <a:solidFill>
                  <a:srgbClr val="000000"/>
                </a:solidFill>
                <a:latin typeface="Arial"/>
                <a:ea typeface="Arial"/>
                <a:cs typeface="Arial"/>
                <a:sym typeface="Arial"/>
              </a:defRPr>
            </a:lvl1pPr>
            <a:lvl2pPr indent="-228600" lvl="1" marL="914400" marR="0" rtl="0" algn="l">
              <a:lnSpc>
                <a:spcPct val="90000"/>
              </a:lnSpc>
              <a:spcBef>
                <a:spcPts val="400"/>
              </a:spcBef>
              <a:spcAft>
                <a:spcPts val="0"/>
              </a:spcAft>
              <a:buClr>
                <a:srgbClr val="4D4D4C"/>
              </a:buClr>
              <a:buSzPts val="1500"/>
              <a:buFont typeface="Arial"/>
              <a:buNone/>
              <a:defRPr b="1" i="0" sz="1500" u="none" cap="none" strike="noStrike">
                <a:solidFill>
                  <a:srgbClr val="000000"/>
                </a:solidFill>
                <a:latin typeface="Arial"/>
                <a:ea typeface="Arial"/>
                <a:cs typeface="Arial"/>
                <a:sym typeface="Arial"/>
              </a:defRPr>
            </a:lvl2pPr>
            <a:lvl3pPr indent="-228600" lvl="2" marL="1371600" marR="0" rtl="0" algn="l">
              <a:lnSpc>
                <a:spcPct val="90000"/>
              </a:lnSpc>
              <a:spcBef>
                <a:spcPts val="400"/>
              </a:spcBef>
              <a:spcAft>
                <a:spcPts val="0"/>
              </a:spcAft>
              <a:buClr>
                <a:srgbClr val="4D4D4C"/>
              </a:buClr>
              <a:buSzPts val="1400"/>
              <a:buFont typeface="Arial"/>
              <a:buNone/>
              <a:defRPr b="1" i="0" sz="1400" u="none" cap="none" strike="noStrike">
                <a:solidFill>
                  <a:srgbClr val="000000"/>
                </a:solidFill>
                <a:latin typeface="Arial"/>
                <a:ea typeface="Arial"/>
                <a:cs typeface="Arial"/>
                <a:sym typeface="Arial"/>
              </a:defRPr>
            </a:lvl3pPr>
            <a:lvl4pPr indent="-228600" lvl="3" marL="1828800" marR="0" rtl="0" algn="l">
              <a:lnSpc>
                <a:spcPct val="90000"/>
              </a:lnSpc>
              <a:spcBef>
                <a:spcPts val="400"/>
              </a:spcBef>
              <a:spcAft>
                <a:spcPts val="0"/>
              </a:spcAft>
              <a:buClr>
                <a:srgbClr val="4D4D4C"/>
              </a:buClr>
              <a:buSzPts val="1200"/>
              <a:buFont typeface="Arial"/>
              <a:buNone/>
              <a:defRPr b="1" i="0" sz="1200" u="none" cap="none" strike="noStrike">
                <a:solidFill>
                  <a:srgbClr val="000000"/>
                </a:solidFill>
                <a:latin typeface="Arial"/>
                <a:ea typeface="Arial"/>
                <a:cs typeface="Arial"/>
                <a:sym typeface="Arial"/>
              </a:defRPr>
            </a:lvl4pPr>
            <a:lvl5pPr indent="-228600" lvl="4" marL="2286000" marR="0" rtl="0" algn="l">
              <a:lnSpc>
                <a:spcPct val="90000"/>
              </a:lnSpc>
              <a:spcBef>
                <a:spcPts val="400"/>
              </a:spcBef>
              <a:spcAft>
                <a:spcPts val="0"/>
              </a:spcAft>
              <a:buClr>
                <a:srgbClr val="4D4D4C"/>
              </a:buClr>
              <a:buSzPts val="1200"/>
              <a:buFont typeface="Arial"/>
              <a:buNone/>
              <a:defRPr b="1" i="0" sz="1200" u="none" cap="none" strike="noStrike">
                <a:solidFill>
                  <a:srgbClr val="000000"/>
                </a:solidFill>
                <a:latin typeface="Arial"/>
                <a:ea typeface="Arial"/>
                <a:cs typeface="Arial"/>
                <a:sym typeface="Arial"/>
              </a:defRPr>
            </a:lvl5pPr>
            <a:lvl6pPr indent="-228600" lvl="5" marL="2743200" marR="0" rtl="0" algn="l">
              <a:lnSpc>
                <a:spcPct val="90000"/>
              </a:lnSpc>
              <a:spcBef>
                <a:spcPts val="400"/>
              </a:spcBef>
              <a:spcAft>
                <a:spcPts val="0"/>
              </a:spcAft>
              <a:buClr>
                <a:schemeClr val="dk1"/>
              </a:buClr>
              <a:buSzPts val="1200"/>
              <a:buFont typeface="Arial"/>
              <a:buNone/>
              <a:defRPr b="1" i="0" sz="1200" u="none" cap="none" strike="noStrike">
                <a:solidFill>
                  <a:srgbClr val="000000"/>
                </a:solidFill>
                <a:latin typeface="Arial"/>
                <a:ea typeface="Arial"/>
                <a:cs typeface="Arial"/>
                <a:sym typeface="Arial"/>
              </a:defRPr>
            </a:lvl6pPr>
            <a:lvl7pPr indent="-228600" lvl="6" marL="3200400" marR="0" rtl="0" algn="l">
              <a:lnSpc>
                <a:spcPct val="90000"/>
              </a:lnSpc>
              <a:spcBef>
                <a:spcPts val="400"/>
              </a:spcBef>
              <a:spcAft>
                <a:spcPts val="0"/>
              </a:spcAft>
              <a:buClr>
                <a:schemeClr val="dk1"/>
              </a:buClr>
              <a:buSzPts val="1200"/>
              <a:buFont typeface="Arial"/>
              <a:buNone/>
              <a:defRPr b="1" i="0" sz="1200" u="none" cap="none" strike="noStrike">
                <a:solidFill>
                  <a:srgbClr val="000000"/>
                </a:solidFill>
                <a:latin typeface="Arial"/>
                <a:ea typeface="Arial"/>
                <a:cs typeface="Arial"/>
                <a:sym typeface="Arial"/>
              </a:defRPr>
            </a:lvl7pPr>
            <a:lvl8pPr indent="-228600" lvl="7" marL="3657600" marR="0" rtl="0" algn="l">
              <a:lnSpc>
                <a:spcPct val="90000"/>
              </a:lnSpc>
              <a:spcBef>
                <a:spcPts val="400"/>
              </a:spcBef>
              <a:spcAft>
                <a:spcPts val="0"/>
              </a:spcAft>
              <a:buClr>
                <a:schemeClr val="dk1"/>
              </a:buClr>
              <a:buSzPts val="1200"/>
              <a:buFont typeface="Arial"/>
              <a:buNone/>
              <a:defRPr b="1" i="0" sz="1200" u="none" cap="none" strike="noStrike">
                <a:solidFill>
                  <a:srgbClr val="000000"/>
                </a:solidFill>
                <a:latin typeface="Arial"/>
                <a:ea typeface="Arial"/>
                <a:cs typeface="Arial"/>
                <a:sym typeface="Arial"/>
              </a:defRPr>
            </a:lvl8pPr>
            <a:lvl9pPr indent="-228600" lvl="8" marL="4114800" marR="0" rtl="0" algn="l">
              <a:lnSpc>
                <a:spcPct val="90000"/>
              </a:lnSpc>
              <a:spcBef>
                <a:spcPts val="400"/>
              </a:spcBef>
              <a:spcAft>
                <a:spcPts val="0"/>
              </a:spcAft>
              <a:buClr>
                <a:schemeClr val="dk1"/>
              </a:buClr>
              <a:buSzPts val="1200"/>
              <a:buFont typeface="Arial"/>
              <a:buNone/>
              <a:defRPr b="1" i="0" sz="1200" u="none" cap="none" strike="noStrike">
                <a:solidFill>
                  <a:srgbClr val="000000"/>
                </a:solidFill>
                <a:latin typeface="Arial"/>
                <a:ea typeface="Arial"/>
                <a:cs typeface="Arial"/>
                <a:sym typeface="Arial"/>
              </a:defRPr>
            </a:lvl9pPr>
          </a:lstStyle>
          <a:p/>
        </p:txBody>
      </p:sp>
      <p:sp>
        <p:nvSpPr>
          <p:cNvPr id="64" name="Google Shape;64;g3da72f3286c_0_52"/>
          <p:cNvSpPr txBox="1"/>
          <p:nvPr>
            <p:ph idx="2" type="body"/>
          </p:nvPr>
        </p:nvSpPr>
        <p:spPr>
          <a:xfrm>
            <a:off x="629841" y="1878806"/>
            <a:ext cx="3868200" cy="2763300"/>
          </a:xfrm>
          <a:prstGeom prst="rect">
            <a:avLst/>
          </a:prstGeom>
          <a:noFill/>
          <a:ln>
            <a:noFill/>
          </a:ln>
        </p:spPr>
        <p:txBody>
          <a:bodyPr anchorCtr="0" anchor="t" bIns="34275" lIns="68575" spcFirstLastPara="1" rIns="68575" wrap="square" tIns="34275">
            <a:normAutofit/>
          </a:bodyPr>
          <a:lstStyle>
            <a:lvl1pPr indent="-317500" lvl="0" marL="457200" marR="0" rtl="0" algn="l">
              <a:lnSpc>
                <a:spcPct val="90000"/>
              </a:lnSpc>
              <a:spcBef>
                <a:spcPts val="8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90000"/>
              </a:lnSpc>
              <a:spcBef>
                <a:spcPts val="4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90000"/>
              </a:lnSpc>
              <a:spcBef>
                <a:spcPts val="4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90000"/>
              </a:lnSpc>
              <a:spcBef>
                <a:spcPts val="4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90000"/>
              </a:lnSpc>
              <a:spcBef>
                <a:spcPts val="4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9pPr>
          </a:lstStyle>
          <a:p/>
        </p:txBody>
      </p:sp>
      <p:sp>
        <p:nvSpPr>
          <p:cNvPr id="65" name="Google Shape;65;g3da72f3286c_0_52"/>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rmAutofit/>
          </a:bodyPr>
          <a:lstStyle>
            <a:lvl1pPr indent="-228600" lvl="0" marL="457200" marR="0" rtl="0" algn="l">
              <a:lnSpc>
                <a:spcPct val="90000"/>
              </a:lnSpc>
              <a:spcBef>
                <a:spcPts val="800"/>
              </a:spcBef>
              <a:spcAft>
                <a:spcPts val="0"/>
              </a:spcAft>
              <a:buClr>
                <a:srgbClr val="4D4D4C"/>
              </a:buClr>
              <a:buSzPts val="1800"/>
              <a:buFont typeface="Arial"/>
              <a:buNone/>
              <a:defRPr b="1" i="0" sz="1800" u="none" cap="none" strike="noStrike">
                <a:solidFill>
                  <a:srgbClr val="000000"/>
                </a:solidFill>
                <a:latin typeface="Arial"/>
                <a:ea typeface="Arial"/>
                <a:cs typeface="Arial"/>
                <a:sym typeface="Arial"/>
              </a:defRPr>
            </a:lvl1pPr>
            <a:lvl2pPr indent="-228600" lvl="1" marL="914400" marR="0" rtl="0" algn="l">
              <a:lnSpc>
                <a:spcPct val="90000"/>
              </a:lnSpc>
              <a:spcBef>
                <a:spcPts val="400"/>
              </a:spcBef>
              <a:spcAft>
                <a:spcPts val="0"/>
              </a:spcAft>
              <a:buClr>
                <a:srgbClr val="4D4D4C"/>
              </a:buClr>
              <a:buSzPts val="1500"/>
              <a:buFont typeface="Arial"/>
              <a:buNone/>
              <a:defRPr b="1" i="0" sz="1500" u="none" cap="none" strike="noStrike">
                <a:solidFill>
                  <a:srgbClr val="000000"/>
                </a:solidFill>
                <a:latin typeface="Arial"/>
                <a:ea typeface="Arial"/>
                <a:cs typeface="Arial"/>
                <a:sym typeface="Arial"/>
              </a:defRPr>
            </a:lvl2pPr>
            <a:lvl3pPr indent="-228600" lvl="2" marL="1371600" marR="0" rtl="0" algn="l">
              <a:lnSpc>
                <a:spcPct val="90000"/>
              </a:lnSpc>
              <a:spcBef>
                <a:spcPts val="400"/>
              </a:spcBef>
              <a:spcAft>
                <a:spcPts val="0"/>
              </a:spcAft>
              <a:buClr>
                <a:srgbClr val="4D4D4C"/>
              </a:buClr>
              <a:buSzPts val="1400"/>
              <a:buFont typeface="Arial"/>
              <a:buNone/>
              <a:defRPr b="1" i="0" sz="1400" u="none" cap="none" strike="noStrike">
                <a:solidFill>
                  <a:srgbClr val="000000"/>
                </a:solidFill>
                <a:latin typeface="Arial"/>
                <a:ea typeface="Arial"/>
                <a:cs typeface="Arial"/>
                <a:sym typeface="Arial"/>
              </a:defRPr>
            </a:lvl3pPr>
            <a:lvl4pPr indent="-228600" lvl="3" marL="1828800" marR="0" rtl="0" algn="l">
              <a:lnSpc>
                <a:spcPct val="90000"/>
              </a:lnSpc>
              <a:spcBef>
                <a:spcPts val="400"/>
              </a:spcBef>
              <a:spcAft>
                <a:spcPts val="0"/>
              </a:spcAft>
              <a:buClr>
                <a:srgbClr val="4D4D4C"/>
              </a:buClr>
              <a:buSzPts val="1200"/>
              <a:buFont typeface="Arial"/>
              <a:buNone/>
              <a:defRPr b="1" i="0" sz="1200" u="none" cap="none" strike="noStrike">
                <a:solidFill>
                  <a:srgbClr val="000000"/>
                </a:solidFill>
                <a:latin typeface="Arial"/>
                <a:ea typeface="Arial"/>
                <a:cs typeface="Arial"/>
                <a:sym typeface="Arial"/>
              </a:defRPr>
            </a:lvl4pPr>
            <a:lvl5pPr indent="-228600" lvl="4" marL="2286000" marR="0" rtl="0" algn="l">
              <a:lnSpc>
                <a:spcPct val="90000"/>
              </a:lnSpc>
              <a:spcBef>
                <a:spcPts val="400"/>
              </a:spcBef>
              <a:spcAft>
                <a:spcPts val="0"/>
              </a:spcAft>
              <a:buClr>
                <a:srgbClr val="4D4D4C"/>
              </a:buClr>
              <a:buSzPts val="1200"/>
              <a:buFont typeface="Arial"/>
              <a:buNone/>
              <a:defRPr b="1" i="0" sz="1200" u="none" cap="none" strike="noStrike">
                <a:solidFill>
                  <a:srgbClr val="000000"/>
                </a:solidFill>
                <a:latin typeface="Arial"/>
                <a:ea typeface="Arial"/>
                <a:cs typeface="Arial"/>
                <a:sym typeface="Arial"/>
              </a:defRPr>
            </a:lvl5pPr>
            <a:lvl6pPr indent="-228600" lvl="5" marL="2743200" marR="0" rtl="0" algn="l">
              <a:lnSpc>
                <a:spcPct val="90000"/>
              </a:lnSpc>
              <a:spcBef>
                <a:spcPts val="400"/>
              </a:spcBef>
              <a:spcAft>
                <a:spcPts val="0"/>
              </a:spcAft>
              <a:buClr>
                <a:schemeClr val="dk1"/>
              </a:buClr>
              <a:buSzPts val="1200"/>
              <a:buFont typeface="Arial"/>
              <a:buNone/>
              <a:defRPr b="1" i="0" sz="1200" u="none" cap="none" strike="noStrike">
                <a:solidFill>
                  <a:srgbClr val="000000"/>
                </a:solidFill>
                <a:latin typeface="Arial"/>
                <a:ea typeface="Arial"/>
                <a:cs typeface="Arial"/>
                <a:sym typeface="Arial"/>
              </a:defRPr>
            </a:lvl6pPr>
            <a:lvl7pPr indent="-228600" lvl="6" marL="3200400" marR="0" rtl="0" algn="l">
              <a:lnSpc>
                <a:spcPct val="90000"/>
              </a:lnSpc>
              <a:spcBef>
                <a:spcPts val="400"/>
              </a:spcBef>
              <a:spcAft>
                <a:spcPts val="0"/>
              </a:spcAft>
              <a:buClr>
                <a:schemeClr val="dk1"/>
              </a:buClr>
              <a:buSzPts val="1200"/>
              <a:buFont typeface="Arial"/>
              <a:buNone/>
              <a:defRPr b="1" i="0" sz="1200" u="none" cap="none" strike="noStrike">
                <a:solidFill>
                  <a:srgbClr val="000000"/>
                </a:solidFill>
                <a:latin typeface="Arial"/>
                <a:ea typeface="Arial"/>
                <a:cs typeface="Arial"/>
                <a:sym typeface="Arial"/>
              </a:defRPr>
            </a:lvl7pPr>
            <a:lvl8pPr indent="-228600" lvl="7" marL="3657600" marR="0" rtl="0" algn="l">
              <a:lnSpc>
                <a:spcPct val="90000"/>
              </a:lnSpc>
              <a:spcBef>
                <a:spcPts val="400"/>
              </a:spcBef>
              <a:spcAft>
                <a:spcPts val="0"/>
              </a:spcAft>
              <a:buClr>
                <a:schemeClr val="dk1"/>
              </a:buClr>
              <a:buSzPts val="1200"/>
              <a:buFont typeface="Arial"/>
              <a:buNone/>
              <a:defRPr b="1" i="0" sz="1200" u="none" cap="none" strike="noStrike">
                <a:solidFill>
                  <a:srgbClr val="000000"/>
                </a:solidFill>
                <a:latin typeface="Arial"/>
                <a:ea typeface="Arial"/>
                <a:cs typeface="Arial"/>
                <a:sym typeface="Arial"/>
              </a:defRPr>
            </a:lvl8pPr>
            <a:lvl9pPr indent="-228600" lvl="8" marL="4114800" marR="0" rtl="0" algn="l">
              <a:lnSpc>
                <a:spcPct val="90000"/>
              </a:lnSpc>
              <a:spcBef>
                <a:spcPts val="400"/>
              </a:spcBef>
              <a:spcAft>
                <a:spcPts val="0"/>
              </a:spcAft>
              <a:buClr>
                <a:schemeClr val="dk1"/>
              </a:buClr>
              <a:buSzPts val="1200"/>
              <a:buFont typeface="Arial"/>
              <a:buNone/>
              <a:defRPr b="1" i="0" sz="1200" u="none" cap="none" strike="noStrike">
                <a:solidFill>
                  <a:srgbClr val="000000"/>
                </a:solidFill>
                <a:latin typeface="Arial"/>
                <a:ea typeface="Arial"/>
                <a:cs typeface="Arial"/>
                <a:sym typeface="Arial"/>
              </a:defRPr>
            </a:lvl9pPr>
          </a:lstStyle>
          <a:p/>
        </p:txBody>
      </p:sp>
      <p:sp>
        <p:nvSpPr>
          <p:cNvPr id="66" name="Google Shape;66;g3da72f3286c_0_52"/>
          <p:cNvSpPr txBox="1"/>
          <p:nvPr>
            <p:ph idx="4" type="body"/>
          </p:nvPr>
        </p:nvSpPr>
        <p:spPr>
          <a:xfrm>
            <a:off x="4629150" y="1878806"/>
            <a:ext cx="3887400" cy="2763300"/>
          </a:xfrm>
          <a:prstGeom prst="rect">
            <a:avLst/>
          </a:prstGeom>
          <a:noFill/>
          <a:ln>
            <a:noFill/>
          </a:ln>
        </p:spPr>
        <p:txBody>
          <a:bodyPr anchorCtr="0" anchor="t" bIns="34275" lIns="68575" spcFirstLastPara="1" rIns="68575" wrap="square" tIns="34275">
            <a:normAutofit/>
          </a:bodyPr>
          <a:lstStyle>
            <a:lvl1pPr indent="-317500" lvl="0" marL="457200" marR="0" rtl="0" algn="l">
              <a:lnSpc>
                <a:spcPct val="90000"/>
              </a:lnSpc>
              <a:spcBef>
                <a:spcPts val="8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90000"/>
              </a:lnSpc>
              <a:spcBef>
                <a:spcPts val="4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90000"/>
              </a:lnSpc>
              <a:spcBef>
                <a:spcPts val="4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90000"/>
              </a:lnSpc>
              <a:spcBef>
                <a:spcPts val="4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90000"/>
              </a:lnSpc>
              <a:spcBef>
                <a:spcPts val="4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9pPr>
          </a:lstStyle>
          <a:p/>
        </p:txBody>
      </p:sp>
      <p:sp>
        <p:nvSpPr>
          <p:cNvPr id="67" name="Google Shape;67;g3da72f3286c_0_52"/>
          <p:cNvSpPr txBox="1"/>
          <p:nvPr>
            <p:ph idx="10" type="dt"/>
          </p:nvPr>
        </p:nvSpPr>
        <p:spPr>
          <a:xfrm>
            <a:off x="628650" y="4382398"/>
            <a:ext cx="2057400" cy="3723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68" name="Google Shape;68;g3da72f3286c_0_52"/>
          <p:cNvSpPr txBox="1"/>
          <p:nvPr>
            <p:ph idx="11" type="ftr"/>
          </p:nvPr>
        </p:nvSpPr>
        <p:spPr>
          <a:xfrm>
            <a:off x="3028950" y="4382398"/>
            <a:ext cx="3086100" cy="3861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69" name="Google Shape;69;g3da72f3286c_0_52"/>
          <p:cNvSpPr txBox="1"/>
          <p:nvPr>
            <p:ph idx="12" type="sldNum"/>
          </p:nvPr>
        </p:nvSpPr>
        <p:spPr>
          <a:xfrm>
            <a:off x="7627208" y="4397247"/>
            <a:ext cx="1512300" cy="372300"/>
          </a:xfrm>
          <a:prstGeom prst="rect">
            <a:avLst/>
          </a:prstGeom>
          <a:noFill/>
          <a:ln>
            <a:noFill/>
          </a:ln>
        </p:spPr>
        <p:txBody>
          <a:bodyPr anchorCtr="0" anchor="ctr" bIns="34275" lIns="68575" spcFirstLastPara="1" rIns="68575" wrap="square" tIns="34275">
            <a:noAutofit/>
          </a:bodyPr>
          <a:lstStyle>
            <a:lvl1pPr indent="0" lvl="0"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1pPr>
            <a:lvl2pPr indent="0" lvl="1"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2pPr>
            <a:lvl3pPr indent="0" lvl="2"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3pPr>
            <a:lvl4pPr indent="0" lvl="3"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4pPr>
            <a:lvl5pPr indent="0" lvl="4"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5pPr>
            <a:lvl6pPr indent="0" lvl="5"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6pPr>
            <a:lvl7pPr indent="0" lvl="6"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7pPr>
            <a:lvl8pPr indent="0" lvl="7"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8pPr>
            <a:lvl9pPr indent="0" lvl="8"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0" name="Shape 70"/>
        <p:cNvGrpSpPr/>
        <p:nvPr/>
      </p:nvGrpSpPr>
      <p:grpSpPr>
        <a:xfrm>
          <a:off x="0" y="0"/>
          <a:ext cx="0" cy="0"/>
          <a:chOff x="0" y="0"/>
          <a:chExt cx="0" cy="0"/>
        </a:xfrm>
      </p:grpSpPr>
      <p:sp>
        <p:nvSpPr>
          <p:cNvPr id="71" name="Google Shape;71;g3da72f3286c_0_61"/>
          <p:cNvSpPr txBox="1"/>
          <p:nvPr>
            <p:ph idx="10" type="dt"/>
          </p:nvPr>
        </p:nvSpPr>
        <p:spPr>
          <a:xfrm>
            <a:off x="628650" y="4382398"/>
            <a:ext cx="2057400" cy="3723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72" name="Google Shape;72;g3da72f3286c_0_61"/>
          <p:cNvSpPr txBox="1"/>
          <p:nvPr>
            <p:ph idx="11" type="ftr"/>
          </p:nvPr>
        </p:nvSpPr>
        <p:spPr>
          <a:xfrm>
            <a:off x="3028950" y="4382398"/>
            <a:ext cx="3086100" cy="3861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73" name="Google Shape;73;g3da72f3286c_0_61"/>
          <p:cNvSpPr txBox="1"/>
          <p:nvPr>
            <p:ph idx="12" type="sldNum"/>
          </p:nvPr>
        </p:nvSpPr>
        <p:spPr>
          <a:xfrm>
            <a:off x="7627208" y="4397247"/>
            <a:ext cx="1512300" cy="372300"/>
          </a:xfrm>
          <a:prstGeom prst="rect">
            <a:avLst/>
          </a:prstGeom>
          <a:noFill/>
          <a:ln>
            <a:noFill/>
          </a:ln>
        </p:spPr>
        <p:txBody>
          <a:bodyPr anchorCtr="0" anchor="ctr" bIns="34275" lIns="68575" spcFirstLastPara="1" rIns="68575" wrap="square" tIns="34275">
            <a:noAutofit/>
          </a:bodyPr>
          <a:lstStyle>
            <a:lvl1pPr indent="0" lvl="0"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1pPr>
            <a:lvl2pPr indent="0" lvl="1"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2pPr>
            <a:lvl3pPr indent="0" lvl="2"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3pPr>
            <a:lvl4pPr indent="0" lvl="3"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4pPr>
            <a:lvl5pPr indent="0" lvl="4"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5pPr>
            <a:lvl6pPr indent="0" lvl="5"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6pPr>
            <a:lvl7pPr indent="0" lvl="6"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7pPr>
            <a:lvl8pPr indent="0" lvl="7"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8pPr>
            <a:lvl9pPr indent="0" lvl="8"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4" name="Shape 74"/>
        <p:cNvGrpSpPr/>
        <p:nvPr/>
      </p:nvGrpSpPr>
      <p:grpSpPr>
        <a:xfrm>
          <a:off x="0" y="0"/>
          <a:ext cx="0" cy="0"/>
          <a:chOff x="0" y="0"/>
          <a:chExt cx="0" cy="0"/>
        </a:xfrm>
      </p:grpSpPr>
      <p:sp>
        <p:nvSpPr>
          <p:cNvPr id="75" name="Google Shape;75;g3da72f3286c_0_65"/>
          <p:cNvSpPr txBox="1"/>
          <p:nvPr>
            <p:ph type="title"/>
          </p:nvPr>
        </p:nvSpPr>
        <p:spPr>
          <a:xfrm>
            <a:off x="628650" y="649706"/>
            <a:ext cx="7886700" cy="618300"/>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rgbClr val="A42530"/>
              </a:buClr>
              <a:buSzPts val="14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76" name="Google Shape;76;g3da72f3286c_0_65"/>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rmAutofit/>
          </a:bodyPr>
          <a:lstStyle>
            <a:lvl1pPr indent="-317500" lvl="0" marL="457200" marR="0" rtl="0" algn="l">
              <a:lnSpc>
                <a:spcPct val="90000"/>
              </a:lnSpc>
              <a:spcBef>
                <a:spcPts val="8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90000"/>
              </a:lnSpc>
              <a:spcBef>
                <a:spcPts val="4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90000"/>
              </a:lnSpc>
              <a:spcBef>
                <a:spcPts val="4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90000"/>
              </a:lnSpc>
              <a:spcBef>
                <a:spcPts val="4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90000"/>
              </a:lnSpc>
              <a:spcBef>
                <a:spcPts val="400"/>
              </a:spcBef>
              <a:spcAft>
                <a:spcPts val="0"/>
              </a:spcAft>
              <a:buClr>
                <a:srgbClr val="4D4D4C"/>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100" u="none" cap="none" strike="noStrike">
                <a:solidFill>
                  <a:srgbClr val="000000"/>
                </a:solidFill>
                <a:latin typeface="Arial"/>
                <a:ea typeface="Arial"/>
                <a:cs typeface="Arial"/>
                <a:sym typeface="Arial"/>
              </a:defRPr>
            </a:lvl9pPr>
          </a:lstStyle>
          <a:p/>
        </p:txBody>
      </p:sp>
      <p:sp>
        <p:nvSpPr>
          <p:cNvPr id="77" name="Google Shape;77;g3da72f3286c_0_65"/>
          <p:cNvSpPr txBox="1"/>
          <p:nvPr>
            <p:ph idx="10" type="dt"/>
          </p:nvPr>
        </p:nvSpPr>
        <p:spPr>
          <a:xfrm>
            <a:off x="628650" y="4382398"/>
            <a:ext cx="2057400" cy="3723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78" name="Google Shape;78;g3da72f3286c_0_65"/>
          <p:cNvSpPr txBox="1"/>
          <p:nvPr>
            <p:ph idx="11" type="ftr"/>
          </p:nvPr>
        </p:nvSpPr>
        <p:spPr>
          <a:xfrm>
            <a:off x="3028950" y="4382398"/>
            <a:ext cx="3086100" cy="3861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79" name="Google Shape;79;g3da72f3286c_0_65"/>
          <p:cNvSpPr txBox="1"/>
          <p:nvPr>
            <p:ph idx="12" type="sldNum"/>
          </p:nvPr>
        </p:nvSpPr>
        <p:spPr>
          <a:xfrm>
            <a:off x="7627208" y="4397247"/>
            <a:ext cx="1512300" cy="372300"/>
          </a:xfrm>
          <a:prstGeom prst="rect">
            <a:avLst/>
          </a:prstGeom>
          <a:noFill/>
          <a:ln>
            <a:noFill/>
          </a:ln>
        </p:spPr>
        <p:txBody>
          <a:bodyPr anchorCtr="0" anchor="ctr" bIns="34275" lIns="68575" spcFirstLastPara="1" rIns="68575" wrap="square" tIns="34275">
            <a:noAutofit/>
          </a:bodyPr>
          <a:lstStyle>
            <a:lvl1pPr indent="0" lvl="0"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1pPr>
            <a:lvl2pPr indent="0" lvl="1"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2pPr>
            <a:lvl3pPr indent="0" lvl="2"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3pPr>
            <a:lvl4pPr indent="0" lvl="3"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4pPr>
            <a:lvl5pPr indent="0" lvl="4"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5pPr>
            <a:lvl6pPr indent="0" lvl="5"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6pPr>
            <a:lvl7pPr indent="0" lvl="6"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7pPr>
            <a:lvl8pPr indent="0" lvl="7"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8pPr>
            <a:lvl9pPr indent="0" lvl="8" marL="0" marR="0" rtl="0" algn="ctr">
              <a:lnSpc>
                <a:spcPct val="100000"/>
              </a:lnSpc>
              <a:spcBef>
                <a:spcPts val="0"/>
              </a:spcBef>
              <a:spcAft>
                <a:spcPts val="0"/>
              </a:spcAft>
              <a:buClr>
                <a:srgbClr val="000000"/>
              </a:buClr>
              <a:buSzPts val="900"/>
              <a:buFont typeface="Arial"/>
              <a:buNone/>
              <a:defRPr b="0" i="0" sz="900" u="none" cap="none" strike="noStrike">
                <a:solidFill>
                  <a:srgbClr val="3F3F3F"/>
                </a:solidFill>
                <a:latin typeface="Fira Sans"/>
                <a:ea typeface="Fira Sans"/>
                <a:cs typeface="Fira Sans"/>
                <a:sym typeface="Fira San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80" name="Shape 8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2.png"/><Relationship Id="rId2" Type="http://schemas.openxmlformats.org/officeDocument/2006/relationships/image" Target="../media/image1.jp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4" Type="http://schemas.openxmlformats.org/officeDocument/2006/relationships/theme" Target="../theme/theme1.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g3da72f3286c_0_0"/>
          <p:cNvSpPr/>
          <p:nvPr/>
        </p:nvSpPr>
        <p:spPr>
          <a:xfrm>
            <a:off x="0" y="4560570"/>
            <a:ext cx="628800" cy="592800"/>
          </a:xfrm>
          <a:prstGeom prst="rect">
            <a:avLst/>
          </a:prstGeom>
          <a:solidFill>
            <a:srgbClr val="A425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1" name="Google Shape;11;g3da72f3286c_0_0"/>
          <p:cNvSpPr/>
          <p:nvPr/>
        </p:nvSpPr>
        <p:spPr>
          <a:xfrm>
            <a:off x="7627208" y="4767263"/>
            <a:ext cx="1516800" cy="386100"/>
          </a:xfrm>
          <a:prstGeom prst="rect">
            <a:avLst/>
          </a:prstGeom>
          <a:solidFill>
            <a:srgbClr val="D9222A"/>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sp>
        <p:nvSpPr>
          <p:cNvPr id="12" name="Google Shape;12;g3da72f3286c_0_0"/>
          <p:cNvSpPr/>
          <p:nvPr/>
        </p:nvSpPr>
        <p:spPr>
          <a:xfrm>
            <a:off x="628649" y="4767263"/>
            <a:ext cx="6998700" cy="386100"/>
          </a:xfrm>
          <a:prstGeom prst="rect">
            <a:avLst/>
          </a:prstGeom>
          <a:solidFill>
            <a:srgbClr val="A4253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Fira Sans"/>
              <a:ea typeface="Fira Sans"/>
              <a:cs typeface="Fira Sans"/>
              <a:sym typeface="Fira Sans"/>
            </a:endParaRPr>
          </a:p>
        </p:txBody>
      </p:sp>
      <p:pic>
        <p:nvPicPr>
          <p:cNvPr descr="Graphical user interface, text, application&#10;&#10;Description automatically generated" id="13" name="Google Shape;13;g3da72f3286c_0_0"/>
          <p:cNvPicPr preferRelativeResize="0"/>
          <p:nvPr/>
        </p:nvPicPr>
        <p:blipFill rotWithShape="1">
          <a:blip r:embed="rId1">
            <a:alphaModFix/>
          </a:blip>
          <a:srcRect b="0" l="0" r="0" t="0"/>
          <a:stretch/>
        </p:blipFill>
        <p:spPr>
          <a:xfrm>
            <a:off x="8343447" y="169592"/>
            <a:ext cx="546354" cy="404707"/>
          </a:xfrm>
          <a:prstGeom prst="rect">
            <a:avLst/>
          </a:prstGeom>
          <a:noFill/>
          <a:ln>
            <a:noFill/>
          </a:ln>
        </p:spPr>
      </p:pic>
      <p:pic>
        <p:nvPicPr>
          <p:cNvPr id="14" name="Google Shape;14;g3da72f3286c_0_0"/>
          <p:cNvPicPr preferRelativeResize="0"/>
          <p:nvPr/>
        </p:nvPicPr>
        <p:blipFill rotWithShape="1">
          <a:blip r:embed="rId2">
            <a:alphaModFix/>
          </a:blip>
          <a:srcRect b="0" l="0" r="0" t="0"/>
          <a:stretch/>
        </p:blipFill>
        <p:spPr>
          <a:xfrm>
            <a:off x="145397" y="106182"/>
            <a:ext cx="1737192" cy="53152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5" name="Shape 85"/>
        <p:cNvGrpSpPr/>
        <p:nvPr/>
      </p:nvGrpSpPr>
      <p:grpSpPr>
        <a:xfrm>
          <a:off x="0" y="0"/>
          <a:ext cx="0" cy="0"/>
          <a:chOff x="0" y="0"/>
          <a:chExt cx="0" cy="0"/>
        </a:xfrm>
      </p:grpSpPr>
      <p:sp>
        <p:nvSpPr>
          <p:cNvPr id="86" name="Google Shape;86;p1"/>
          <p:cNvSpPr/>
          <p:nvPr/>
        </p:nvSpPr>
        <p:spPr>
          <a:xfrm>
            <a:off x="685800" y="2565650"/>
            <a:ext cx="7406100" cy="149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B4D8"/>
              </a:buClr>
              <a:buSzPts val="900"/>
              <a:buFont typeface="Calibri"/>
              <a:buNone/>
            </a:pPr>
            <a:r>
              <a:rPr b="1" lang="en-US" sz="1500">
                <a:solidFill>
                  <a:schemeClr val="dk1"/>
                </a:solidFill>
                <a:latin typeface="Times New Roman"/>
                <a:ea typeface="Times New Roman"/>
                <a:cs typeface="Times New Roman"/>
                <a:sym typeface="Times New Roman"/>
              </a:rPr>
              <a:t>Data Visualization Laboratory</a:t>
            </a:r>
            <a:endParaRPr b="1" sz="1500">
              <a:solidFill>
                <a:schemeClr val="dk1"/>
              </a:solidFill>
              <a:latin typeface="Times New Roman"/>
              <a:ea typeface="Times New Roman"/>
              <a:cs typeface="Times New Roman"/>
              <a:sym typeface="Times New Roman"/>
            </a:endParaRPr>
          </a:p>
          <a:p>
            <a:pPr indent="0" lvl="0" marL="0" marR="0" rtl="0" algn="ctr">
              <a:spcBef>
                <a:spcPts val="0"/>
              </a:spcBef>
              <a:spcAft>
                <a:spcPts val="0"/>
              </a:spcAft>
              <a:buClr>
                <a:srgbClr val="00B4D8"/>
              </a:buClr>
              <a:buSzPts val="900"/>
              <a:buFont typeface="Calibri"/>
              <a:buNone/>
            </a:pPr>
            <a:r>
              <a:rPr b="1" lang="en-US" sz="1500">
                <a:solidFill>
                  <a:schemeClr val="dk1"/>
                </a:solidFill>
                <a:latin typeface="Times New Roman"/>
                <a:ea typeface="Times New Roman"/>
                <a:cs typeface="Times New Roman"/>
                <a:sym typeface="Times New Roman"/>
              </a:rPr>
              <a:t>Lab CA</a:t>
            </a:r>
            <a:endParaRPr b="1" sz="1500">
              <a:solidFill>
                <a:schemeClr val="dk1"/>
              </a:solidFill>
              <a:latin typeface="Times New Roman"/>
              <a:ea typeface="Times New Roman"/>
              <a:cs typeface="Times New Roman"/>
              <a:sym typeface="Times New Roman"/>
            </a:endParaRPr>
          </a:p>
          <a:p>
            <a:pPr indent="0" lvl="0" marL="0" marR="0" rtl="0" algn="ctr">
              <a:spcBef>
                <a:spcPts val="0"/>
              </a:spcBef>
              <a:spcAft>
                <a:spcPts val="0"/>
              </a:spcAft>
              <a:buClr>
                <a:srgbClr val="00B4D8"/>
              </a:buClr>
              <a:buSzPts val="900"/>
              <a:buFont typeface="Calibri"/>
              <a:buNone/>
            </a:pPr>
            <a:r>
              <a:t/>
            </a:r>
            <a:endParaRPr b="1" sz="1500">
              <a:solidFill>
                <a:schemeClr val="dk1"/>
              </a:solidFill>
              <a:latin typeface="Times New Roman"/>
              <a:ea typeface="Times New Roman"/>
              <a:cs typeface="Times New Roman"/>
              <a:sym typeface="Times New Roman"/>
            </a:endParaRPr>
          </a:p>
          <a:p>
            <a:pPr indent="0" lvl="0" marL="0" marR="0" rtl="0" algn="ctr">
              <a:spcBef>
                <a:spcPts val="0"/>
              </a:spcBef>
              <a:spcAft>
                <a:spcPts val="0"/>
              </a:spcAft>
              <a:buClr>
                <a:srgbClr val="00B4D8"/>
              </a:buClr>
              <a:buSzPts val="900"/>
              <a:buFont typeface="Calibri"/>
              <a:buNone/>
            </a:pPr>
            <a:r>
              <a:t/>
            </a:r>
            <a:endParaRPr b="1" sz="1500">
              <a:solidFill>
                <a:schemeClr val="dk1"/>
              </a:solidFill>
              <a:latin typeface="Times New Roman"/>
              <a:ea typeface="Times New Roman"/>
              <a:cs typeface="Times New Roman"/>
              <a:sym typeface="Times New Roman"/>
            </a:endParaRPr>
          </a:p>
          <a:p>
            <a:pPr indent="0" lvl="0" marL="0" marR="0" rtl="0" algn="ctr">
              <a:spcBef>
                <a:spcPts val="0"/>
              </a:spcBef>
              <a:spcAft>
                <a:spcPts val="0"/>
              </a:spcAft>
              <a:buClr>
                <a:srgbClr val="00B4D8"/>
              </a:buClr>
              <a:buSzPts val="900"/>
              <a:buFont typeface="Calibri"/>
              <a:buNone/>
            </a:pPr>
            <a:r>
              <a:rPr b="1" lang="en-US" sz="1500">
                <a:solidFill>
                  <a:schemeClr val="dk1"/>
                </a:solidFill>
                <a:latin typeface="Times New Roman"/>
                <a:ea typeface="Times New Roman"/>
                <a:cs typeface="Times New Roman"/>
                <a:sym typeface="Times New Roman"/>
              </a:rPr>
              <a:t>Shreya Menon    16010123324</a:t>
            </a:r>
            <a:endParaRPr b="1" sz="1500">
              <a:solidFill>
                <a:schemeClr val="dk1"/>
              </a:solidFill>
              <a:latin typeface="Times New Roman"/>
              <a:ea typeface="Times New Roman"/>
              <a:cs typeface="Times New Roman"/>
              <a:sym typeface="Times New Roman"/>
            </a:endParaRPr>
          </a:p>
          <a:p>
            <a:pPr indent="0" lvl="0" marL="0" marR="0" rtl="0" algn="ctr">
              <a:spcBef>
                <a:spcPts val="0"/>
              </a:spcBef>
              <a:spcAft>
                <a:spcPts val="0"/>
              </a:spcAft>
              <a:buClr>
                <a:srgbClr val="00B4D8"/>
              </a:buClr>
              <a:buSzPts val="900"/>
              <a:buFont typeface="Calibri"/>
              <a:buNone/>
            </a:pPr>
            <a:r>
              <a:rPr b="1" lang="en-US" sz="1500">
                <a:solidFill>
                  <a:schemeClr val="dk1"/>
                </a:solidFill>
                <a:latin typeface="Times New Roman"/>
                <a:ea typeface="Times New Roman"/>
                <a:cs typeface="Times New Roman"/>
                <a:sym typeface="Times New Roman"/>
              </a:rPr>
              <a:t>Shreyans Tatiya 16010123325</a:t>
            </a:r>
            <a:endParaRPr b="1" sz="1500">
              <a:solidFill>
                <a:schemeClr val="dk1"/>
              </a:solidFill>
              <a:latin typeface="Times New Roman"/>
              <a:ea typeface="Times New Roman"/>
              <a:cs typeface="Times New Roman"/>
              <a:sym typeface="Times New Roman"/>
            </a:endParaRPr>
          </a:p>
          <a:p>
            <a:pPr indent="0" lvl="0" marL="0" marR="0" rtl="0" algn="ctr">
              <a:spcBef>
                <a:spcPts val="0"/>
              </a:spcBef>
              <a:spcAft>
                <a:spcPts val="0"/>
              </a:spcAft>
              <a:buClr>
                <a:srgbClr val="00B4D8"/>
              </a:buClr>
              <a:buSzPts val="900"/>
              <a:buFont typeface="Calibri"/>
              <a:buNone/>
            </a:pPr>
            <a:r>
              <a:rPr b="1" lang="en-US" sz="1500">
                <a:solidFill>
                  <a:schemeClr val="dk1"/>
                </a:solidFill>
                <a:latin typeface="Times New Roman"/>
                <a:ea typeface="Times New Roman"/>
                <a:cs typeface="Times New Roman"/>
                <a:sym typeface="Times New Roman"/>
              </a:rPr>
              <a:t>Siddhant Raut    16010123331</a:t>
            </a:r>
            <a:endParaRPr b="1" sz="1500">
              <a:solidFill>
                <a:schemeClr val="dk1"/>
              </a:solidFill>
              <a:latin typeface="Times New Roman"/>
              <a:ea typeface="Times New Roman"/>
              <a:cs typeface="Times New Roman"/>
              <a:sym typeface="Times New Roman"/>
            </a:endParaRPr>
          </a:p>
        </p:txBody>
      </p:sp>
      <p:sp>
        <p:nvSpPr>
          <p:cNvPr id="87" name="Google Shape;87;p1"/>
          <p:cNvSpPr/>
          <p:nvPr/>
        </p:nvSpPr>
        <p:spPr>
          <a:xfrm>
            <a:off x="840250" y="645131"/>
            <a:ext cx="7772400" cy="71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Calibri"/>
              <a:buNone/>
            </a:pPr>
            <a:r>
              <a:rPr b="1" i="0" lang="en-US" sz="3900" u="none" cap="none" strike="noStrike">
                <a:solidFill>
                  <a:schemeClr val="dk1"/>
                </a:solidFill>
                <a:latin typeface="Times New Roman"/>
                <a:ea typeface="Times New Roman"/>
                <a:cs typeface="Times New Roman"/>
                <a:sym typeface="Times New Roman"/>
              </a:rPr>
              <a:t>Cryptocurrency</a:t>
            </a:r>
            <a:r>
              <a:rPr lang="en-US" sz="3900">
                <a:solidFill>
                  <a:schemeClr val="dk1"/>
                </a:solidFill>
                <a:latin typeface="Times New Roman"/>
                <a:ea typeface="Times New Roman"/>
                <a:cs typeface="Times New Roman"/>
                <a:sym typeface="Times New Roman"/>
              </a:rPr>
              <a:t> </a:t>
            </a:r>
            <a:r>
              <a:rPr b="1" i="0" lang="en-US" sz="3900" u="none" cap="none" strike="noStrike">
                <a:solidFill>
                  <a:schemeClr val="dk1"/>
                </a:solidFill>
                <a:latin typeface="Times New Roman"/>
                <a:ea typeface="Times New Roman"/>
                <a:cs typeface="Times New Roman"/>
                <a:sym typeface="Times New Roman"/>
              </a:rPr>
              <a:t>Price Correlations</a:t>
            </a:r>
            <a:endParaRPr i="0" sz="3900" u="none" cap="none" strike="noStrike">
              <a:solidFill>
                <a:schemeClr val="dk1"/>
              </a:solidFill>
              <a:latin typeface="Times New Roman"/>
              <a:ea typeface="Times New Roman"/>
              <a:cs typeface="Times New Roman"/>
              <a:sym typeface="Times New Roman"/>
            </a:endParaRPr>
          </a:p>
        </p:txBody>
      </p:sp>
      <p:sp>
        <p:nvSpPr>
          <p:cNvPr id="88" name="Google Shape;88;p1"/>
          <p:cNvSpPr/>
          <p:nvPr/>
        </p:nvSpPr>
        <p:spPr>
          <a:xfrm>
            <a:off x="840240" y="1295605"/>
            <a:ext cx="7772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8166"/>
              </a:buClr>
              <a:buSzPts val="2000"/>
              <a:buFont typeface="Calibri"/>
              <a:buNone/>
            </a:pPr>
            <a:r>
              <a:rPr i="1" lang="en-US" sz="2000" u="none" cap="none" strike="noStrike">
                <a:solidFill>
                  <a:srgbClr val="CC0000"/>
                </a:solidFill>
                <a:latin typeface="Times New Roman"/>
                <a:ea typeface="Times New Roman"/>
                <a:cs typeface="Times New Roman"/>
                <a:sym typeface="Times New Roman"/>
              </a:rPr>
              <a:t>Do Bitcoin and Ethereum Move Together?</a:t>
            </a:r>
            <a:endParaRPr i="0" sz="2000" u="none" cap="none" strike="noStrike">
              <a:solidFill>
                <a:srgbClr val="CC0000"/>
              </a:solidFill>
              <a:latin typeface="Times New Roman"/>
              <a:ea typeface="Times New Roman"/>
              <a:cs typeface="Times New Roman"/>
              <a:sym typeface="Times New Roman"/>
            </a:endParaRPr>
          </a:p>
        </p:txBody>
      </p:sp>
      <p:sp>
        <p:nvSpPr>
          <p:cNvPr id="89" name="Google Shape;89;p1"/>
          <p:cNvSpPr/>
          <p:nvPr/>
        </p:nvSpPr>
        <p:spPr>
          <a:xfrm>
            <a:off x="840240" y="1877015"/>
            <a:ext cx="7315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1000"/>
              <a:buFont typeface="Calibri"/>
              <a:buNone/>
            </a:pPr>
            <a:r>
              <a:rPr i="0" lang="en-US" sz="1000" u="none" cap="none" strike="noStrike">
                <a:solidFill>
                  <a:srgbClr val="8B949E"/>
                </a:solidFill>
                <a:latin typeface="Times New Roman"/>
                <a:ea typeface="Times New Roman"/>
                <a:cs typeface="Times New Roman"/>
                <a:sym typeface="Times New Roman"/>
              </a:rPr>
              <a:t>A Correlation Study Using CoinGecko Historical Data  |  Tableau Dashboard Analysis</a:t>
            </a:r>
            <a:endParaRPr i="0" sz="1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4" name="Shape 94"/>
        <p:cNvGrpSpPr/>
        <p:nvPr/>
      </p:nvGrpSpPr>
      <p:grpSpPr>
        <a:xfrm>
          <a:off x="0" y="0"/>
          <a:ext cx="0" cy="0"/>
          <a:chOff x="0" y="0"/>
          <a:chExt cx="0" cy="0"/>
        </a:xfrm>
      </p:grpSpPr>
      <p:sp>
        <p:nvSpPr>
          <p:cNvPr id="95" name="Google Shape;95;p3"/>
          <p:cNvSpPr/>
          <p:nvPr/>
        </p:nvSpPr>
        <p:spPr>
          <a:xfrm>
            <a:off x="548640" y="164592"/>
            <a:ext cx="73152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FEB"/>
              </a:buClr>
              <a:buSzPts val="800"/>
              <a:buFont typeface="Calibri"/>
              <a:buNone/>
            </a:pPr>
            <a:r>
              <a:t/>
            </a:r>
            <a:endParaRPr i="0" sz="800" u="none" cap="none" strike="noStrike">
              <a:solidFill>
                <a:schemeClr val="lt1"/>
              </a:solidFill>
              <a:latin typeface="Times New Roman"/>
              <a:ea typeface="Times New Roman"/>
              <a:cs typeface="Times New Roman"/>
              <a:sym typeface="Times New Roman"/>
            </a:endParaRPr>
          </a:p>
        </p:txBody>
      </p:sp>
      <p:sp>
        <p:nvSpPr>
          <p:cNvPr id="96" name="Google Shape;96;p3"/>
          <p:cNvSpPr/>
          <p:nvPr/>
        </p:nvSpPr>
        <p:spPr>
          <a:xfrm>
            <a:off x="2642608" y="164600"/>
            <a:ext cx="45903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libri"/>
              <a:buNone/>
            </a:pPr>
            <a:r>
              <a:rPr b="1" i="0" lang="en-US" sz="3000" u="none" cap="none" strike="noStrike">
                <a:solidFill>
                  <a:schemeClr val="dk1"/>
                </a:solidFill>
                <a:latin typeface="Times New Roman"/>
                <a:ea typeface="Times New Roman"/>
                <a:cs typeface="Times New Roman"/>
                <a:sym typeface="Times New Roman"/>
              </a:rPr>
              <a:t>Source of Data &amp; Metadata</a:t>
            </a:r>
            <a:endParaRPr i="0" sz="3000" u="none" cap="none" strike="noStrike">
              <a:solidFill>
                <a:schemeClr val="dk1"/>
              </a:solidFill>
              <a:latin typeface="Times New Roman"/>
              <a:ea typeface="Times New Roman"/>
              <a:cs typeface="Times New Roman"/>
              <a:sym typeface="Times New Roman"/>
            </a:endParaRPr>
          </a:p>
        </p:txBody>
      </p:sp>
      <p:sp>
        <p:nvSpPr>
          <p:cNvPr id="97" name="Google Shape;97;p3"/>
          <p:cNvSpPr/>
          <p:nvPr/>
        </p:nvSpPr>
        <p:spPr>
          <a:xfrm>
            <a:off x="355238" y="1097275"/>
            <a:ext cx="4227300" cy="3132900"/>
          </a:xfrm>
          <a:prstGeom prst="rect">
            <a:avLst/>
          </a:prstGeom>
          <a:solidFill>
            <a:srgbClr val="21262D"/>
          </a:solidFill>
          <a:ln cap="flat" cmpd="sng" w="12700">
            <a:solidFill>
              <a:srgbClr val="161B22"/>
            </a:solidFill>
            <a:prstDash val="solid"/>
            <a:round/>
            <a:headEnd len="sm" w="sm" type="none"/>
            <a:tailEnd len="sm" w="sm" type="none"/>
          </a:ln>
          <a:effectLst>
            <a:outerShdw blurRad="127000" rotWithShape="0" algn="bl" dir="8100000" dist="38100">
              <a:srgbClr val="000000">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Times New Roman"/>
              <a:ea typeface="Times New Roman"/>
              <a:cs typeface="Times New Roman"/>
              <a:sym typeface="Times New Roman"/>
            </a:endParaRPr>
          </a:p>
        </p:txBody>
      </p:sp>
      <p:sp>
        <p:nvSpPr>
          <p:cNvPr id="98" name="Google Shape;98;p3"/>
          <p:cNvSpPr/>
          <p:nvPr/>
        </p:nvSpPr>
        <p:spPr>
          <a:xfrm>
            <a:off x="355250" y="1097275"/>
            <a:ext cx="4216800" cy="365700"/>
          </a:xfrm>
          <a:prstGeom prst="rect">
            <a:avLst/>
          </a:prstGeom>
          <a:solidFill>
            <a:srgbClr val="A42530"/>
          </a:solidFill>
          <a:ln cap="flat" cmpd="sng" w="127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Times New Roman"/>
              <a:ea typeface="Times New Roman"/>
              <a:cs typeface="Times New Roman"/>
              <a:sym typeface="Times New Roman"/>
            </a:endParaRPr>
          </a:p>
        </p:txBody>
      </p:sp>
      <p:sp>
        <p:nvSpPr>
          <p:cNvPr id="99" name="Google Shape;99;p3"/>
          <p:cNvSpPr/>
          <p:nvPr/>
        </p:nvSpPr>
        <p:spPr>
          <a:xfrm>
            <a:off x="548640" y="1143000"/>
            <a:ext cx="3840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chemeClr val="lt1"/>
                </a:solidFill>
                <a:latin typeface="Times New Roman"/>
                <a:ea typeface="Times New Roman"/>
                <a:cs typeface="Times New Roman"/>
                <a:sym typeface="Times New Roman"/>
              </a:rPr>
              <a:t>DATA SOURCE</a:t>
            </a:r>
            <a:endParaRPr i="0" sz="1100" u="none" cap="none" strike="noStrike">
              <a:solidFill>
                <a:schemeClr val="lt1"/>
              </a:solidFill>
              <a:latin typeface="Times New Roman"/>
              <a:ea typeface="Times New Roman"/>
              <a:cs typeface="Times New Roman"/>
              <a:sym typeface="Times New Roman"/>
            </a:endParaRPr>
          </a:p>
        </p:txBody>
      </p:sp>
      <p:sp>
        <p:nvSpPr>
          <p:cNvPr id="100" name="Google Shape;100;p3"/>
          <p:cNvSpPr/>
          <p:nvPr/>
        </p:nvSpPr>
        <p:spPr>
          <a:xfrm>
            <a:off x="548650" y="1600200"/>
            <a:ext cx="3840600" cy="2048400"/>
          </a:xfrm>
          <a:prstGeom prst="rect">
            <a:avLst/>
          </a:prstGeom>
          <a:solidFill>
            <a:srgbClr val="1C2128"/>
          </a:solidFill>
          <a:ln cap="flat" cmpd="sng" w="127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Times New Roman"/>
              <a:ea typeface="Times New Roman"/>
              <a:cs typeface="Times New Roman"/>
              <a:sym typeface="Times New Roman"/>
            </a:endParaRPr>
          </a:p>
        </p:txBody>
      </p:sp>
      <p:sp>
        <p:nvSpPr>
          <p:cNvPr id="101" name="Google Shape;101;p3"/>
          <p:cNvSpPr/>
          <p:nvPr/>
        </p:nvSpPr>
        <p:spPr>
          <a:xfrm>
            <a:off x="640080" y="1655064"/>
            <a:ext cx="12801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900"/>
              <a:buFont typeface="Calibri"/>
              <a:buNone/>
            </a:pPr>
            <a:r>
              <a:rPr b="1" i="0" lang="en-US" sz="900" u="none" cap="none" strike="noStrike">
                <a:solidFill>
                  <a:schemeClr val="lt1"/>
                </a:solidFill>
                <a:latin typeface="Times New Roman"/>
                <a:ea typeface="Times New Roman"/>
                <a:cs typeface="Times New Roman"/>
                <a:sym typeface="Times New Roman"/>
              </a:rPr>
              <a:t>Provider</a:t>
            </a:r>
            <a:endParaRPr i="0" sz="900" u="none" cap="none" strike="noStrike">
              <a:solidFill>
                <a:schemeClr val="lt1"/>
              </a:solidFill>
              <a:latin typeface="Times New Roman"/>
              <a:ea typeface="Times New Roman"/>
              <a:cs typeface="Times New Roman"/>
              <a:sym typeface="Times New Roman"/>
            </a:endParaRPr>
          </a:p>
        </p:txBody>
      </p:sp>
      <p:sp>
        <p:nvSpPr>
          <p:cNvPr id="102" name="Google Shape;102;p3"/>
          <p:cNvSpPr/>
          <p:nvPr/>
        </p:nvSpPr>
        <p:spPr>
          <a:xfrm>
            <a:off x="1920240" y="1655064"/>
            <a:ext cx="22860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900"/>
              <a:buFont typeface="Calibri"/>
              <a:buNone/>
            </a:pPr>
            <a:r>
              <a:rPr i="0" lang="en-US" sz="900" u="none" cap="none" strike="noStrike">
                <a:solidFill>
                  <a:schemeClr val="lt1"/>
                </a:solidFill>
                <a:latin typeface="Times New Roman"/>
                <a:ea typeface="Times New Roman"/>
                <a:cs typeface="Times New Roman"/>
                <a:sym typeface="Times New Roman"/>
              </a:rPr>
              <a:t>CoinGecko (coingecko.com)</a:t>
            </a:r>
            <a:endParaRPr i="0" sz="900" u="none" cap="none" strike="noStrike">
              <a:solidFill>
                <a:schemeClr val="lt1"/>
              </a:solidFill>
              <a:latin typeface="Times New Roman"/>
              <a:ea typeface="Times New Roman"/>
              <a:cs typeface="Times New Roman"/>
              <a:sym typeface="Times New Roman"/>
            </a:endParaRPr>
          </a:p>
        </p:txBody>
      </p:sp>
      <p:sp>
        <p:nvSpPr>
          <p:cNvPr id="103" name="Google Shape;103;p3"/>
          <p:cNvSpPr/>
          <p:nvPr/>
        </p:nvSpPr>
        <p:spPr>
          <a:xfrm>
            <a:off x="548640" y="1947672"/>
            <a:ext cx="3840480" cy="310896"/>
          </a:xfrm>
          <a:prstGeom prst="rect">
            <a:avLst/>
          </a:prstGeom>
          <a:solidFill>
            <a:srgbClr val="21262D"/>
          </a:solidFill>
          <a:ln cap="flat" cmpd="sng" w="127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Times New Roman"/>
              <a:ea typeface="Times New Roman"/>
              <a:cs typeface="Times New Roman"/>
              <a:sym typeface="Times New Roman"/>
            </a:endParaRPr>
          </a:p>
        </p:txBody>
      </p:sp>
      <p:sp>
        <p:nvSpPr>
          <p:cNvPr id="104" name="Google Shape;104;p3"/>
          <p:cNvSpPr/>
          <p:nvPr/>
        </p:nvSpPr>
        <p:spPr>
          <a:xfrm>
            <a:off x="640080" y="2002536"/>
            <a:ext cx="12801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900"/>
              <a:buFont typeface="Calibri"/>
              <a:buNone/>
            </a:pPr>
            <a:r>
              <a:rPr b="1" i="0" lang="en-US" sz="900" u="none" cap="none" strike="noStrike">
                <a:solidFill>
                  <a:schemeClr val="lt1"/>
                </a:solidFill>
                <a:latin typeface="Times New Roman"/>
                <a:ea typeface="Times New Roman"/>
                <a:cs typeface="Times New Roman"/>
                <a:sym typeface="Times New Roman"/>
              </a:rPr>
              <a:t>Assets</a:t>
            </a:r>
            <a:endParaRPr i="0" sz="900" u="none" cap="none" strike="noStrike">
              <a:solidFill>
                <a:schemeClr val="lt1"/>
              </a:solidFill>
              <a:latin typeface="Times New Roman"/>
              <a:ea typeface="Times New Roman"/>
              <a:cs typeface="Times New Roman"/>
              <a:sym typeface="Times New Roman"/>
            </a:endParaRPr>
          </a:p>
        </p:txBody>
      </p:sp>
      <p:sp>
        <p:nvSpPr>
          <p:cNvPr id="105" name="Google Shape;105;p3"/>
          <p:cNvSpPr/>
          <p:nvPr/>
        </p:nvSpPr>
        <p:spPr>
          <a:xfrm>
            <a:off x="1920240" y="2002536"/>
            <a:ext cx="22860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900"/>
              <a:buFont typeface="Calibri"/>
              <a:buNone/>
            </a:pPr>
            <a:r>
              <a:rPr i="0" lang="en-US" sz="900" u="none" cap="none" strike="noStrike">
                <a:solidFill>
                  <a:schemeClr val="lt1"/>
                </a:solidFill>
                <a:latin typeface="Times New Roman"/>
                <a:ea typeface="Times New Roman"/>
                <a:cs typeface="Times New Roman"/>
                <a:sym typeface="Times New Roman"/>
              </a:rPr>
              <a:t>Bitcoin (BTC) &amp; Ethereum (ETH)</a:t>
            </a:r>
            <a:endParaRPr i="0" sz="900" u="none" cap="none" strike="noStrike">
              <a:solidFill>
                <a:schemeClr val="lt1"/>
              </a:solidFill>
              <a:latin typeface="Times New Roman"/>
              <a:ea typeface="Times New Roman"/>
              <a:cs typeface="Times New Roman"/>
              <a:sym typeface="Times New Roman"/>
            </a:endParaRPr>
          </a:p>
        </p:txBody>
      </p:sp>
      <p:sp>
        <p:nvSpPr>
          <p:cNvPr id="106" name="Google Shape;106;p3"/>
          <p:cNvSpPr/>
          <p:nvPr/>
        </p:nvSpPr>
        <p:spPr>
          <a:xfrm>
            <a:off x="548640" y="2295144"/>
            <a:ext cx="3840480" cy="310896"/>
          </a:xfrm>
          <a:prstGeom prst="rect">
            <a:avLst/>
          </a:prstGeom>
          <a:solidFill>
            <a:srgbClr val="1C2128"/>
          </a:solidFill>
          <a:ln cap="flat" cmpd="sng" w="127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Times New Roman"/>
              <a:ea typeface="Times New Roman"/>
              <a:cs typeface="Times New Roman"/>
              <a:sym typeface="Times New Roman"/>
            </a:endParaRPr>
          </a:p>
        </p:txBody>
      </p:sp>
      <p:sp>
        <p:nvSpPr>
          <p:cNvPr id="107" name="Google Shape;107;p3"/>
          <p:cNvSpPr/>
          <p:nvPr/>
        </p:nvSpPr>
        <p:spPr>
          <a:xfrm>
            <a:off x="640080" y="2350008"/>
            <a:ext cx="12801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900"/>
              <a:buFont typeface="Calibri"/>
              <a:buNone/>
            </a:pPr>
            <a:r>
              <a:rPr b="1" i="0" lang="en-US" sz="900" u="none" cap="none" strike="noStrike">
                <a:solidFill>
                  <a:schemeClr val="lt1"/>
                </a:solidFill>
                <a:latin typeface="Times New Roman"/>
                <a:ea typeface="Times New Roman"/>
                <a:cs typeface="Times New Roman"/>
                <a:sym typeface="Times New Roman"/>
              </a:rPr>
              <a:t>Date Range</a:t>
            </a:r>
            <a:endParaRPr i="0" sz="900" u="none" cap="none" strike="noStrike">
              <a:solidFill>
                <a:schemeClr val="lt1"/>
              </a:solidFill>
              <a:latin typeface="Times New Roman"/>
              <a:ea typeface="Times New Roman"/>
              <a:cs typeface="Times New Roman"/>
              <a:sym typeface="Times New Roman"/>
            </a:endParaRPr>
          </a:p>
        </p:txBody>
      </p:sp>
      <p:sp>
        <p:nvSpPr>
          <p:cNvPr id="108" name="Google Shape;108;p3"/>
          <p:cNvSpPr/>
          <p:nvPr/>
        </p:nvSpPr>
        <p:spPr>
          <a:xfrm>
            <a:off x="1920240" y="2350008"/>
            <a:ext cx="22860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900"/>
              <a:buFont typeface="Calibri"/>
              <a:buNone/>
            </a:pPr>
            <a:r>
              <a:rPr i="0" lang="en-US" sz="900" u="none" cap="none" strike="noStrike">
                <a:solidFill>
                  <a:schemeClr val="lt1"/>
                </a:solidFill>
                <a:latin typeface="Times New Roman"/>
                <a:ea typeface="Times New Roman"/>
                <a:cs typeface="Times New Roman"/>
                <a:sym typeface="Times New Roman"/>
              </a:rPr>
              <a:t>January 2016 – December 2025</a:t>
            </a:r>
            <a:endParaRPr i="0" sz="900" u="none" cap="none" strike="noStrike">
              <a:solidFill>
                <a:schemeClr val="lt1"/>
              </a:solidFill>
              <a:latin typeface="Times New Roman"/>
              <a:ea typeface="Times New Roman"/>
              <a:cs typeface="Times New Roman"/>
              <a:sym typeface="Times New Roman"/>
            </a:endParaRPr>
          </a:p>
        </p:txBody>
      </p:sp>
      <p:sp>
        <p:nvSpPr>
          <p:cNvPr id="109" name="Google Shape;109;p3"/>
          <p:cNvSpPr/>
          <p:nvPr/>
        </p:nvSpPr>
        <p:spPr>
          <a:xfrm>
            <a:off x="548640" y="2642616"/>
            <a:ext cx="3840480" cy="310896"/>
          </a:xfrm>
          <a:prstGeom prst="rect">
            <a:avLst/>
          </a:prstGeom>
          <a:solidFill>
            <a:srgbClr val="21262D"/>
          </a:solidFill>
          <a:ln cap="flat" cmpd="sng" w="127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Times New Roman"/>
              <a:ea typeface="Times New Roman"/>
              <a:cs typeface="Times New Roman"/>
              <a:sym typeface="Times New Roman"/>
            </a:endParaRPr>
          </a:p>
        </p:txBody>
      </p:sp>
      <p:sp>
        <p:nvSpPr>
          <p:cNvPr id="110" name="Google Shape;110;p3"/>
          <p:cNvSpPr/>
          <p:nvPr/>
        </p:nvSpPr>
        <p:spPr>
          <a:xfrm>
            <a:off x="640080" y="2697480"/>
            <a:ext cx="12801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900"/>
              <a:buFont typeface="Calibri"/>
              <a:buNone/>
            </a:pPr>
            <a:r>
              <a:rPr b="1" i="0" lang="en-US" sz="900" u="none" cap="none" strike="noStrike">
                <a:solidFill>
                  <a:schemeClr val="lt1"/>
                </a:solidFill>
                <a:latin typeface="Times New Roman"/>
                <a:ea typeface="Times New Roman"/>
                <a:cs typeface="Times New Roman"/>
                <a:sym typeface="Times New Roman"/>
              </a:rPr>
              <a:t>Frequency</a:t>
            </a:r>
            <a:endParaRPr i="0" sz="900" u="none" cap="none" strike="noStrike">
              <a:solidFill>
                <a:schemeClr val="lt1"/>
              </a:solidFill>
              <a:latin typeface="Times New Roman"/>
              <a:ea typeface="Times New Roman"/>
              <a:cs typeface="Times New Roman"/>
              <a:sym typeface="Times New Roman"/>
            </a:endParaRPr>
          </a:p>
        </p:txBody>
      </p:sp>
      <p:sp>
        <p:nvSpPr>
          <p:cNvPr id="111" name="Google Shape;111;p3"/>
          <p:cNvSpPr/>
          <p:nvPr/>
        </p:nvSpPr>
        <p:spPr>
          <a:xfrm>
            <a:off x="1920240" y="2697480"/>
            <a:ext cx="22860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900"/>
              <a:buFont typeface="Calibri"/>
              <a:buNone/>
            </a:pPr>
            <a:r>
              <a:rPr i="0" lang="en-US" sz="900" u="none" cap="none" strike="noStrike">
                <a:solidFill>
                  <a:schemeClr val="lt1"/>
                </a:solidFill>
                <a:latin typeface="Times New Roman"/>
                <a:ea typeface="Times New Roman"/>
                <a:cs typeface="Times New Roman"/>
                <a:sym typeface="Times New Roman"/>
              </a:rPr>
              <a:t>Daily snapshots (1 row per day)</a:t>
            </a:r>
            <a:endParaRPr i="0" sz="900" u="none" cap="none" strike="noStrike">
              <a:solidFill>
                <a:schemeClr val="lt1"/>
              </a:solidFill>
              <a:latin typeface="Times New Roman"/>
              <a:ea typeface="Times New Roman"/>
              <a:cs typeface="Times New Roman"/>
              <a:sym typeface="Times New Roman"/>
            </a:endParaRPr>
          </a:p>
        </p:txBody>
      </p:sp>
      <p:sp>
        <p:nvSpPr>
          <p:cNvPr id="112" name="Google Shape;112;p3"/>
          <p:cNvSpPr/>
          <p:nvPr/>
        </p:nvSpPr>
        <p:spPr>
          <a:xfrm>
            <a:off x="548640" y="2990088"/>
            <a:ext cx="3840480" cy="310896"/>
          </a:xfrm>
          <a:prstGeom prst="rect">
            <a:avLst/>
          </a:prstGeom>
          <a:solidFill>
            <a:srgbClr val="1C2128"/>
          </a:solidFill>
          <a:ln cap="flat" cmpd="sng" w="127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Times New Roman"/>
              <a:ea typeface="Times New Roman"/>
              <a:cs typeface="Times New Roman"/>
              <a:sym typeface="Times New Roman"/>
            </a:endParaRPr>
          </a:p>
        </p:txBody>
      </p:sp>
      <p:sp>
        <p:nvSpPr>
          <p:cNvPr id="113" name="Google Shape;113;p3"/>
          <p:cNvSpPr/>
          <p:nvPr/>
        </p:nvSpPr>
        <p:spPr>
          <a:xfrm>
            <a:off x="640080" y="3044952"/>
            <a:ext cx="12801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900"/>
              <a:buFont typeface="Calibri"/>
              <a:buNone/>
            </a:pPr>
            <a:r>
              <a:rPr b="1" i="0" lang="en-US" sz="900" u="none" cap="none" strike="noStrike">
                <a:solidFill>
                  <a:schemeClr val="lt1"/>
                </a:solidFill>
                <a:latin typeface="Times New Roman"/>
                <a:ea typeface="Times New Roman"/>
                <a:cs typeface="Times New Roman"/>
                <a:sym typeface="Times New Roman"/>
              </a:rPr>
              <a:t>Format</a:t>
            </a:r>
            <a:endParaRPr i="0" sz="900" u="none" cap="none" strike="noStrike">
              <a:solidFill>
                <a:schemeClr val="lt1"/>
              </a:solidFill>
              <a:latin typeface="Times New Roman"/>
              <a:ea typeface="Times New Roman"/>
              <a:cs typeface="Times New Roman"/>
              <a:sym typeface="Times New Roman"/>
            </a:endParaRPr>
          </a:p>
        </p:txBody>
      </p:sp>
      <p:sp>
        <p:nvSpPr>
          <p:cNvPr id="114" name="Google Shape;114;p3"/>
          <p:cNvSpPr/>
          <p:nvPr/>
        </p:nvSpPr>
        <p:spPr>
          <a:xfrm>
            <a:off x="1920240" y="3044952"/>
            <a:ext cx="22860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900"/>
              <a:buFont typeface="Calibri"/>
              <a:buNone/>
            </a:pPr>
            <a:r>
              <a:rPr i="0" lang="en-US" sz="900" u="none" cap="none" strike="noStrike">
                <a:solidFill>
                  <a:schemeClr val="lt1"/>
                </a:solidFill>
                <a:latin typeface="Times New Roman"/>
                <a:ea typeface="Times New Roman"/>
                <a:cs typeface="Times New Roman"/>
                <a:sym typeface="Times New Roman"/>
              </a:rPr>
              <a:t>CSV export → Python merge → Tableau</a:t>
            </a:r>
            <a:endParaRPr i="0" sz="900" u="none" cap="none" strike="noStrike">
              <a:solidFill>
                <a:schemeClr val="lt1"/>
              </a:solidFill>
              <a:latin typeface="Times New Roman"/>
              <a:ea typeface="Times New Roman"/>
              <a:cs typeface="Times New Roman"/>
              <a:sym typeface="Times New Roman"/>
            </a:endParaRPr>
          </a:p>
        </p:txBody>
      </p:sp>
      <p:sp>
        <p:nvSpPr>
          <p:cNvPr id="115" name="Google Shape;115;p3"/>
          <p:cNvSpPr/>
          <p:nvPr/>
        </p:nvSpPr>
        <p:spPr>
          <a:xfrm>
            <a:off x="548640" y="3337560"/>
            <a:ext cx="3840480" cy="310896"/>
          </a:xfrm>
          <a:prstGeom prst="rect">
            <a:avLst/>
          </a:prstGeom>
          <a:solidFill>
            <a:srgbClr val="21262D"/>
          </a:solidFill>
          <a:ln cap="flat" cmpd="sng" w="127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Times New Roman"/>
              <a:ea typeface="Times New Roman"/>
              <a:cs typeface="Times New Roman"/>
              <a:sym typeface="Times New Roman"/>
            </a:endParaRPr>
          </a:p>
        </p:txBody>
      </p:sp>
      <p:sp>
        <p:nvSpPr>
          <p:cNvPr id="116" name="Google Shape;116;p3"/>
          <p:cNvSpPr/>
          <p:nvPr/>
        </p:nvSpPr>
        <p:spPr>
          <a:xfrm>
            <a:off x="640080" y="3392424"/>
            <a:ext cx="12801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900"/>
              <a:buFont typeface="Calibri"/>
              <a:buNone/>
            </a:pPr>
            <a:r>
              <a:rPr b="1" i="0" lang="en-US" sz="900" u="none" cap="none" strike="noStrike">
                <a:solidFill>
                  <a:schemeClr val="lt1"/>
                </a:solidFill>
                <a:latin typeface="Times New Roman"/>
                <a:ea typeface="Times New Roman"/>
                <a:cs typeface="Times New Roman"/>
                <a:sym typeface="Times New Roman"/>
              </a:rPr>
              <a:t>Rows</a:t>
            </a:r>
            <a:endParaRPr i="0" sz="900" u="none" cap="none" strike="noStrike">
              <a:solidFill>
                <a:schemeClr val="lt1"/>
              </a:solidFill>
              <a:latin typeface="Times New Roman"/>
              <a:ea typeface="Times New Roman"/>
              <a:cs typeface="Times New Roman"/>
              <a:sym typeface="Times New Roman"/>
            </a:endParaRPr>
          </a:p>
        </p:txBody>
      </p:sp>
      <p:sp>
        <p:nvSpPr>
          <p:cNvPr id="117" name="Google Shape;117;p3"/>
          <p:cNvSpPr/>
          <p:nvPr/>
        </p:nvSpPr>
        <p:spPr>
          <a:xfrm>
            <a:off x="1920240" y="3392424"/>
            <a:ext cx="22860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900"/>
              <a:buFont typeface="Calibri"/>
              <a:buNone/>
            </a:pPr>
            <a:r>
              <a:rPr i="0" lang="en-US" sz="900" u="none" cap="none" strike="noStrike">
                <a:solidFill>
                  <a:schemeClr val="lt1"/>
                </a:solidFill>
                <a:latin typeface="Times New Roman"/>
                <a:ea typeface="Times New Roman"/>
                <a:cs typeface="Times New Roman"/>
                <a:sym typeface="Times New Roman"/>
              </a:rPr>
              <a:t>~3,300 rows per asset after merge</a:t>
            </a:r>
            <a:endParaRPr i="0" sz="900" u="none" cap="none" strike="noStrike">
              <a:solidFill>
                <a:schemeClr val="lt1"/>
              </a:solidFill>
              <a:latin typeface="Times New Roman"/>
              <a:ea typeface="Times New Roman"/>
              <a:cs typeface="Times New Roman"/>
              <a:sym typeface="Times New Roman"/>
            </a:endParaRPr>
          </a:p>
        </p:txBody>
      </p:sp>
      <p:sp>
        <p:nvSpPr>
          <p:cNvPr id="118" name="Google Shape;118;p3"/>
          <p:cNvSpPr/>
          <p:nvPr/>
        </p:nvSpPr>
        <p:spPr>
          <a:xfrm>
            <a:off x="4754880" y="1097280"/>
            <a:ext cx="3931920" cy="1691640"/>
          </a:xfrm>
          <a:prstGeom prst="rect">
            <a:avLst/>
          </a:prstGeom>
          <a:solidFill>
            <a:srgbClr val="21262D"/>
          </a:solidFill>
          <a:ln cap="flat" cmpd="sng" w="12700">
            <a:solidFill>
              <a:srgbClr val="161B22"/>
            </a:solidFill>
            <a:prstDash val="solid"/>
            <a:round/>
            <a:headEnd len="sm" w="sm" type="none"/>
            <a:tailEnd len="sm" w="sm" type="none"/>
          </a:ln>
          <a:effectLst>
            <a:outerShdw blurRad="127000" rotWithShape="0" algn="bl" dir="8100000" dist="38100">
              <a:srgbClr val="000000">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Times New Roman"/>
              <a:ea typeface="Times New Roman"/>
              <a:cs typeface="Times New Roman"/>
              <a:sym typeface="Times New Roman"/>
            </a:endParaRPr>
          </a:p>
        </p:txBody>
      </p:sp>
      <p:sp>
        <p:nvSpPr>
          <p:cNvPr id="119" name="Google Shape;119;p3"/>
          <p:cNvSpPr/>
          <p:nvPr/>
        </p:nvSpPr>
        <p:spPr>
          <a:xfrm>
            <a:off x="4754880" y="1097280"/>
            <a:ext cx="3931920" cy="365760"/>
          </a:xfrm>
          <a:prstGeom prst="rect">
            <a:avLst/>
          </a:prstGeom>
          <a:solidFill>
            <a:srgbClr val="A42530"/>
          </a:solidFill>
          <a:ln cap="flat" cmpd="sng" w="127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Times New Roman"/>
              <a:ea typeface="Times New Roman"/>
              <a:cs typeface="Times New Roman"/>
              <a:sym typeface="Times New Roman"/>
            </a:endParaRPr>
          </a:p>
        </p:txBody>
      </p:sp>
      <p:sp>
        <p:nvSpPr>
          <p:cNvPr id="120" name="Google Shape;120;p3"/>
          <p:cNvSpPr/>
          <p:nvPr/>
        </p:nvSpPr>
        <p:spPr>
          <a:xfrm>
            <a:off x="4846320" y="1143000"/>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chemeClr val="lt1"/>
                </a:solidFill>
                <a:latin typeface="Times New Roman"/>
                <a:ea typeface="Times New Roman"/>
                <a:cs typeface="Times New Roman"/>
                <a:sym typeface="Times New Roman"/>
              </a:rPr>
              <a:t>COLUMNS IN MERGED DATASET</a:t>
            </a:r>
            <a:endParaRPr i="0" sz="1100" u="none" cap="none" strike="noStrike">
              <a:solidFill>
                <a:schemeClr val="lt1"/>
              </a:solidFill>
              <a:latin typeface="Times New Roman"/>
              <a:ea typeface="Times New Roman"/>
              <a:cs typeface="Times New Roman"/>
              <a:sym typeface="Times New Roman"/>
            </a:endParaRPr>
          </a:p>
        </p:txBody>
      </p:sp>
      <p:sp>
        <p:nvSpPr>
          <p:cNvPr id="121" name="Google Shape;121;p3"/>
          <p:cNvSpPr/>
          <p:nvPr/>
        </p:nvSpPr>
        <p:spPr>
          <a:xfrm>
            <a:off x="5029200" y="1572768"/>
            <a:ext cx="155448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900"/>
              <a:buFont typeface="Calibri"/>
              <a:buNone/>
            </a:pPr>
            <a:r>
              <a:rPr i="0" lang="en-US" sz="900" u="none" cap="none" strike="noStrike">
                <a:solidFill>
                  <a:schemeClr val="lt1"/>
                </a:solidFill>
                <a:latin typeface="Times New Roman"/>
                <a:ea typeface="Times New Roman"/>
                <a:cs typeface="Times New Roman"/>
                <a:sym typeface="Times New Roman"/>
              </a:rPr>
              <a:t>snapped_at (Date)</a:t>
            </a:r>
            <a:endParaRPr i="0" sz="900" u="none" cap="none" strike="noStrike">
              <a:solidFill>
                <a:schemeClr val="lt1"/>
              </a:solidFill>
              <a:latin typeface="Times New Roman"/>
              <a:ea typeface="Times New Roman"/>
              <a:cs typeface="Times New Roman"/>
              <a:sym typeface="Times New Roman"/>
            </a:endParaRPr>
          </a:p>
        </p:txBody>
      </p:sp>
      <p:sp>
        <p:nvSpPr>
          <p:cNvPr id="122" name="Google Shape;122;p3"/>
          <p:cNvSpPr/>
          <p:nvPr/>
        </p:nvSpPr>
        <p:spPr>
          <a:xfrm>
            <a:off x="5029200" y="1819656"/>
            <a:ext cx="155448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900"/>
              <a:buFont typeface="Calibri"/>
              <a:buNone/>
            </a:pPr>
            <a:r>
              <a:rPr i="0" lang="en-US" sz="900" u="none" cap="none" strike="noStrike">
                <a:solidFill>
                  <a:schemeClr val="lt1"/>
                </a:solidFill>
                <a:latin typeface="Times New Roman"/>
                <a:ea typeface="Times New Roman"/>
                <a:cs typeface="Times New Roman"/>
                <a:sym typeface="Times New Roman"/>
              </a:rPr>
              <a:t>BTC_Price</a:t>
            </a:r>
            <a:endParaRPr i="0" sz="900" u="none" cap="none" strike="noStrike">
              <a:solidFill>
                <a:schemeClr val="lt1"/>
              </a:solidFill>
              <a:latin typeface="Times New Roman"/>
              <a:ea typeface="Times New Roman"/>
              <a:cs typeface="Times New Roman"/>
              <a:sym typeface="Times New Roman"/>
            </a:endParaRPr>
          </a:p>
        </p:txBody>
      </p:sp>
      <p:sp>
        <p:nvSpPr>
          <p:cNvPr id="123" name="Google Shape;123;p3"/>
          <p:cNvSpPr/>
          <p:nvPr/>
        </p:nvSpPr>
        <p:spPr>
          <a:xfrm>
            <a:off x="5029200" y="2066544"/>
            <a:ext cx="155448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900"/>
              <a:buFont typeface="Calibri"/>
              <a:buNone/>
            </a:pPr>
            <a:r>
              <a:rPr i="0" lang="en-US" sz="900" u="none" cap="none" strike="noStrike">
                <a:solidFill>
                  <a:schemeClr val="lt1"/>
                </a:solidFill>
                <a:latin typeface="Times New Roman"/>
                <a:ea typeface="Times New Roman"/>
                <a:cs typeface="Times New Roman"/>
                <a:sym typeface="Times New Roman"/>
              </a:rPr>
              <a:t>BTC_Volume</a:t>
            </a:r>
            <a:endParaRPr i="0" sz="900" u="none" cap="none" strike="noStrike">
              <a:solidFill>
                <a:schemeClr val="lt1"/>
              </a:solidFill>
              <a:latin typeface="Times New Roman"/>
              <a:ea typeface="Times New Roman"/>
              <a:cs typeface="Times New Roman"/>
              <a:sym typeface="Times New Roman"/>
            </a:endParaRPr>
          </a:p>
        </p:txBody>
      </p:sp>
      <p:sp>
        <p:nvSpPr>
          <p:cNvPr id="124" name="Google Shape;124;p3"/>
          <p:cNvSpPr/>
          <p:nvPr/>
        </p:nvSpPr>
        <p:spPr>
          <a:xfrm>
            <a:off x="4915775" y="2406625"/>
            <a:ext cx="50400" cy="54600"/>
          </a:xfrm>
          <a:prstGeom prst="ellipse">
            <a:avLst/>
          </a:prstGeom>
          <a:solidFill>
            <a:schemeClr val="lt1"/>
          </a:solidFill>
          <a:ln cap="flat" cmpd="sng" w="127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Times New Roman"/>
              <a:ea typeface="Times New Roman"/>
              <a:cs typeface="Times New Roman"/>
              <a:sym typeface="Times New Roman"/>
            </a:endParaRPr>
          </a:p>
        </p:txBody>
      </p:sp>
      <p:sp>
        <p:nvSpPr>
          <p:cNvPr id="125" name="Google Shape;125;p3"/>
          <p:cNvSpPr/>
          <p:nvPr/>
        </p:nvSpPr>
        <p:spPr>
          <a:xfrm>
            <a:off x="5029200" y="2313432"/>
            <a:ext cx="155448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900"/>
              <a:buFont typeface="Calibri"/>
              <a:buNone/>
            </a:pPr>
            <a:r>
              <a:rPr i="0" lang="en-US" sz="900" u="none" cap="none" strike="noStrike">
                <a:solidFill>
                  <a:schemeClr val="lt1"/>
                </a:solidFill>
                <a:latin typeface="Times New Roman"/>
                <a:ea typeface="Times New Roman"/>
                <a:cs typeface="Times New Roman"/>
                <a:sym typeface="Times New Roman"/>
              </a:rPr>
              <a:t>BTC_MarketCap</a:t>
            </a:r>
            <a:endParaRPr i="0" sz="900" u="none" cap="none" strike="noStrike">
              <a:solidFill>
                <a:schemeClr val="lt1"/>
              </a:solidFill>
              <a:latin typeface="Times New Roman"/>
              <a:ea typeface="Times New Roman"/>
              <a:cs typeface="Times New Roman"/>
              <a:sym typeface="Times New Roman"/>
            </a:endParaRPr>
          </a:p>
        </p:txBody>
      </p:sp>
      <p:sp>
        <p:nvSpPr>
          <p:cNvPr id="126" name="Google Shape;126;p3"/>
          <p:cNvSpPr/>
          <p:nvPr/>
        </p:nvSpPr>
        <p:spPr>
          <a:xfrm>
            <a:off x="6858000" y="1572768"/>
            <a:ext cx="155448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900"/>
              <a:buFont typeface="Calibri"/>
              <a:buNone/>
            </a:pPr>
            <a:r>
              <a:rPr i="0" lang="en-US" sz="900" u="none" cap="none" strike="noStrike">
                <a:solidFill>
                  <a:schemeClr val="lt1"/>
                </a:solidFill>
                <a:latin typeface="Times New Roman"/>
                <a:ea typeface="Times New Roman"/>
                <a:cs typeface="Times New Roman"/>
                <a:sym typeface="Times New Roman"/>
              </a:rPr>
              <a:t>ETH_Price</a:t>
            </a:r>
            <a:endParaRPr i="0" sz="900" u="none" cap="none" strike="noStrike">
              <a:solidFill>
                <a:schemeClr val="lt1"/>
              </a:solidFill>
              <a:latin typeface="Times New Roman"/>
              <a:ea typeface="Times New Roman"/>
              <a:cs typeface="Times New Roman"/>
              <a:sym typeface="Times New Roman"/>
            </a:endParaRPr>
          </a:p>
        </p:txBody>
      </p:sp>
      <p:sp>
        <p:nvSpPr>
          <p:cNvPr id="127" name="Google Shape;127;p3"/>
          <p:cNvSpPr/>
          <p:nvPr/>
        </p:nvSpPr>
        <p:spPr>
          <a:xfrm>
            <a:off x="6858000" y="1819656"/>
            <a:ext cx="155448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900"/>
              <a:buFont typeface="Calibri"/>
              <a:buNone/>
            </a:pPr>
            <a:r>
              <a:rPr i="0" lang="en-US" sz="900" u="none" cap="none" strike="noStrike">
                <a:solidFill>
                  <a:schemeClr val="lt1"/>
                </a:solidFill>
                <a:latin typeface="Times New Roman"/>
                <a:ea typeface="Times New Roman"/>
                <a:cs typeface="Times New Roman"/>
                <a:sym typeface="Times New Roman"/>
              </a:rPr>
              <a:t>ETH_Volume</a:t>
            </a:r>
            <a:endParaRPr i="0" sz="900" u="none" cap="none" strike="noStrike">
              <a:solidFill>
                <a:schemeClr val="lt1"/>
              </a:solidFill>
              <a:latin typeface="Times New Roman"/>
              <a:ea typeface="Times New Roman"/>
              <a:cs typeface="Times New Roman"/>
              <a:sym typeface="Times New Roman"/>
            </a:endParaRPr>
          </a:p>
        </p:txBody>
      </p:sp>
      <p:sp>
        <p:nvSpPr>
          <p:cNvPr id="128" name="Google Shape;128;p3"/>
          <p:cNvSpPr/>
          <p:nvPr/>
        </p:nvSpPr>
        <p:spPr>
          <a:xfrm>
            <a:off x="6858000" y="2066544"/>
            <a:ext cx="155448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900"/>
              <a:buFont typeface="Calibri"/>
              <a:buNone/>
            </a:pPr>
            <a:r>
              <a:rPr i="0" lang="en-US" sz="900" u="none" cap="none" strike="noStrike">
                <a:solidFill>
                  <a:schemeClr val="lt1"/>
                </a:solidFill>
                <a:latin typeface="Times New Roman"/>
                <a:ea typeface="Times New Roman"/>
                <a:cs typeface="Times New Roman"/>
                <a:sym typeface="Times New Roman"/>
              </a:rPr>
              <a:t>ETH_MarketCap</a:t>
            </a:r>
            <a:endParaRPr i="0" sz="900" u="none" cap="none" strike="noStrike">
              <a:solidFill>
                <a:schemeClr val="lt1"/>
              </a:solidFill>
              <a:latin typeface="Times New Roman"/>
              <a:ea typeface="Times New Roman"/>
              <a:cs typeface="Times New Roman"/>
              <a:sym typeface="Times New Roman"/>
            </a:endParaRPr>
          </a:p>
        </p:txBody>
      </p:sp>
      <p:sp>
        <p:nvSpPr>
          <p:cNvPr id="129" name="Google Shape;129;p3"/>
          <p:cNvSpPr/>
          <p:nvPr/>
        </p:nvSpPr>
        <p:spPr>
          <a:xfrm>
            <a:off x="4754880" y="2844767"/>
            <a:ext cx="3931800" cy="1847100"/>
          </a:xfrm>
          <a:prstGeom prst="rect">
            <a:avLst/>
          </a:prstGeom>
          <a:solidFill>
            <a:srgbClr val="21262D"/>
          </a:solidFill>
          <a:ln cap="flat" cmpd="sng" w="12700">
            <a:solidFill>
              <a:srgbClr val="161B22"/>
            </a:solidFill>
            <a:prstDash val="solid"/>
            <a:round/>
            <a:headEnd len="sm" w="sm" type="none"/>
            <a:tailEnd len="sm" w="sm" type="none"/>
          </a:ln>
          <a:effectLst>
            <a:outerShdw blurRad="127000" rotWithShape="0" algn="bl" dir="8100000" dist="38100">
              <a:srgbClr val="000000">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Times New Roman"/>
              <a:ea typeface="Times New Roman"/>
              <a:cs typeface="Times New Roman"/>
              <a:sym typeface="Times New Roman"/>
            </a:endParaRPr>
          </a:p>
        </p:txBody>
      </p:sp>
      <p:sp>
        <p:nvSpPr>
          <p:cNvPr id="130" name="Google Shape;130;p3"/>
          <p:cNvSpPr/>
          <p:nvPr/>
        </p:nvSpPr>
        <p:spPr>
          <a:xfrm>
            <a:off x="4754880" y="2844767"/>
            <a:ext cx="3931800" cy="365700"/>
          </a:xfrm>
          <a:prstGeom prst="rect">
            <a:avLst/>
          </a:prstGeom>
          <a:solidFill>
            <a:srgbClr val="00458E"/>
          </a:solidFill>
          <a:ln cap="flat" cmpd="sng" w="127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Times New Roman"/>
              <a:ea typeface="Times New Roman"/>
              <a:cs typeface="Times New Roman"/>
              <a:sym typeface="Times New Roman"/>
            </a:endParaRPr>
          </a:p>
        </p:txBody>
      </p:sp>
      <p:sp>
        <p:nvSpPr>
          <p:cNvPr id="131" name="Google Shape;131;p3"/>
          <p:cNvSpPr/>
          <p:nvPr/>
        </p:nvSpPr>
        <p:spPr>
          <a:xfrm>
            <a:off x="4846320" y="2890487"/>
            <a:ext cx="3657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chemeClr val="lt1"/>
                </a:solidFill>
                <a:latin typeface="Times New Roman"/>
                <a:ea typeface="Times New Roman"/>
                <a:cs typeface="Times New Roman"/>
                <a:sym typeface="Times New Roman"/>
              </a:rPr>
              <a:t>METHODOLOGY STEPS</a:t>
            </a:r>
            <a:endParaRPr i="0" sz="1100" u="none" cap="none" strike="noStrike">
              <a:solidFill>
                <a:schemeClr val="lt1"/>
              </a:solidFill>
              <a:latin typeface="Times New Roman"/>
              <a:ea typeface="Times New Roman"/>
              <a:cs typeface="Times New Roman"/>
              <a:sym typeface="Times New Roman"/>
            </a:endParaRPr>
          </a:p>
        </p:txBody>
      </p:sp>
      <p:sp>
        <p:nvSpPr>
          <p:cNvPr id="132" name="Google Shape;132;p3"/>
          <p:cNvSpPr/>
          <p:nvPr/>
        </p:nvSpPr>
        <p:spPr>
          <a:xfrm>
            <a:off x="4892040" y="3274535"/>
            <a:ext cx="2286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950"/>
              </a:buClr>
              <a:buSzPts val="900"/>
              <a:buFont typeface="Calibri"/>
              <a:buNone/>
            </a:pPr>
            <a:r>
              <a:rPr b="1" i="0" lang="en-US" sz="900" u="none" cap="none" strike="noStrike">
                <a:solidFill>
                  <a:schemeClr val="lt1"/>
                </a:solidFill>
                <a:latin typeface="Times New Roman"/>
                <a:ea typeface="Times New Roman"/>
                <a:cs typeface="Times New Roman"/>
                <a:sym typeface="Times New Roman"/>
              </a:rPr>
              <a:t>1</a:t>
            </a:r>
            <a:endParaRPr i="0" sz="900" u="none" cap="none" strike="noStrike">
              <a:solidFill>
                <a:schemeClr val="lt1"/>
              </a:solidFill>
              <a:latin typeface="Times New Roman"/>
              <a:ea typeface="Times New Roman"/>
              <a:cs typeface="Times New Roman"/>
              <a:sym typeface="Times New Roman"/>
            </a:endParaRPr>
          </a:p>
        </p:txBody>
      </p:sp>
      <p:sp>
        <p:nvSpPr>
          <p:cNvPr id="133" name="Google Shape;133;p3"/>
          <p:cNvSpPr/>
          <p:nvPr/>
        </p:nvSpPr>
        <p:spPr>
          <a:xfrm>
            <a:off x="5138928" y="3274535"/>
            <a:ext cx="34290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900"/>
              <a:buFont typeface="Calibri"/>
              <a:buNone/>
            </a:pPr>
            <a:r>
              <a:rPr i="0" lang="en-US" sz="900" u="none" cap="none" strike="noStrike">
                <a:solidFill>
                  <a:schemeClr val="lt1"/>
                </a:solidFill>
                <a:latin typeface="Times New Roman"/>
                <a:ea typeface="Times New Roman"/>
                <a:cs typeface="Times New Roman"/>
                <a:sym typeface="Times New Roman"/>
              </a:rPr>
              <a:t>Download BTC &amp; ETH CSVs from CoinGecko</a:t>
            </a:r>
            <a:endParaRPr i="0" sz="900" u="none" cap="none" strike="noStrike">
              <a:solidFill>
                <a:schemeClr val="lt1"/>
              </a:solidFill>
              <a:latin typeface="Times New Roman"/>
              <a:ea typeface="Times New Roman"/>
              <a:cs typeface="Times New Roman"/>
              <a:sym typeface="Times New Roman"/>
            </a:endParaRPr>
          </a:p>
        </p:txBody>
      </p:sp>
      <p:sp>
        <p:nvSpPr>
          <p:cNvPr id="134" name="Google Shape;134;p3"/>
          <p:cNvSpPr/>
          <p:nvPr/>
        </p:nvSpPr>
        <p:spPr>
          <a:xfrm>
            <a:off x="4892040" y="3521423"/>
            <a:ext cx="2286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950"/>
              </a:buClr>
              <a:buSzPts val="900"/>
              <a:buFont typeface="Calibri"/>
              <a:buNone/>
            </a:pPr>
            <a:r>
              <a:rPr b="1" i="0" lang="en-US" sz="900" u="none" cap="none" strike="noStrike">
                <a:solidFill>
                  <a:schemeClr val="lt1"/>
                </a:solidFill>
                <a:latin typeface="Times New Roman"/>
                <a:ea typeface="Times New Roman"/>
                <a:cs typeface="Times New Roman"/>
                <a:sym typeface="Times New Roman"/>
              </a:rPr>
              <a:t>2</a:t>
            </a:r>
            <a:endParaRPr i="0" sz="900" u="none" cap="none" strike="noStrike">
              <a:solidFill>
                <a:schemeClr val="lt1"/>
              </a:solidFill>
              <a:latin typeface="Times New Roman"/>
              <a:ea typeface="Times New Roman"/>
              <a:cs typeface="Times New Roman"/>
              <a:sym typeface="Times New Roman"/>
            </a:endParaRPr>
          </a:p>
        </p:txBody>
      </p:sp>
      <p:sp>
        <p:nvSpPr>
          <p:cNvPr id="135" name="Google Shape;135;p3"/>
          <p:cNvSpPr/>
          <p:nvPr/>
        </p:nvSpPr>
        <p:spPr>
          <a:xfrm>
            <a:off x="5138928" y="3521423"/>
            <a:ext cx="34290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900"/>
              <a:buFont typeface="Calibri"/>
              <a:buNone/>
            </a:pPr>
            <a:r>
              <a:rPr i="0" lang="en-US" sz="900" u="none" cap="none" strike="noStrike">
                <a:solidFill>
                  <a:schemeClr val="lt1"/>
                </a:solidFill>
                <a:latin typeface="Times New Roman"/>
                <a:ea typeface="Times New Roman"/>
                <a:cs typeface="Times New Roman"/>
                <a:sym typeface="Times New Roman"/>
              </a:rPr>
              <a:t>Merge on 'snapped_at' date using Python pandas</a:t>
            </a:r>
            <a:endParaRPr i="0" sz="900" u="none" cap="none" strike="noStrike">
              <a:solidFill>
                <a:schemeClr val="lt1"/>
              </a:solidFill>
              <a:latin typeface="Times New Roman"/>
              <a:ea typeface="Times New Roman"/>
              <a:cs typeface="Times New Roman"/>
              <a:sym typeface="Times New Roman"/>
            </a:endParaRPr>
          </a:p>
        </p:txBody>
      </p:sp>
      <p:sp>
        <p:nvSpPr>
          <p:cNvPr id="136" name="Google Shape;136;p3"/>
          <p:cNvSpPr/>
          <p:nvPr/>
        </p:nvSpPr>
        <p:spPr>
          <a:xfrm>
            <a:off x="4892040" y="3768311"/>
            <a:ext cx="2286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950"/>
              </a:buClr>
              <a:buSzPts val="900"/>
              <a:buFont typeface="Calibri"/>
              <a:buNone/>
            </a:pPr>
            <a:r>
              <a:rPr b="1" i="0" lang="en-US" sz="900" u="none" cap="none" strike="noStrike">
                <a:solidFill>
                  <a:schemeClr val="lt1"/>
                </a:solidFill>
                <a:latin typeface="Times New Roman"/>
                <a:ea typeface="Times New Roman"/>
                <a:cs typeface="Times New Roman"/>
                <a:sym typeface="Times New Roman"/>
              </a:rPr>
              <a:t>3</a:t>
            </a:r>
            <a:endParaRPr i="0" sz="900" u="none" cap="none" strike="noStrike">
              <a:solidFill>
                <a:schemeClr val="lt1"/>
              </a:solidFill>
              <a:latin typeface="Times New Roman"/>
              <a:ea typeface="Times New Roman"/>
              <a:cs typeface="Times New Roman"/>
              <a:sym typeface="Times New Roman"/>
            </a:endParaRPr>
          </a:p>
        </p:txBody>
      </p:sp>
      <p:sp>
        <p:nvSpPr>
          <p:cNvPr id="137" name="Google Shape;137;p3"/>
          <p:cNvSpPr/>
          <p:nvPr/>
        </p:nvSpPr>
        <p:spPr>
          <a:xfrm>
            <a:off x="5138928" y="3768311"/>
            <a:ext cx="34290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900"/>
              <a:buFont typeface="Calibri"/>
              <a:buNone/>
            </a:pPr>
            <a:r>
              <a:rPr i="0" lang="en-US" sz="900" u="none" cap="none" strike="noStrike">
                <a:solidFill>
                  <a:schemeClr val="lt1"/>
                </a:solidFill>
                <a:latin typeface="Times New Roman"/>
                <a:ea typeface="Times New Roman"/>
                <a:cs typeface="Times New Roman"/>
                <a:sym typeface="Times New Roman"/>
              </a:rPr>
              <a:t>Clean date format (remove UTC timestamp)</a:t>
            </a:r>
            <a:endParaRPr i="0" sz="900" u="none" cap="none" strike="noStrike">
              <a:solidFill>
                <a:schemeClr val="lt1"/>
              </a:solidFill>
              <a:latin typeface="Times New Roman"/>
              <a:ea typeface="Times New Roman"/>
              <a:cs typeface="Times New Roman"/>
              <a:sym typeface="Times New Roman"/>
            </a:endParaRPr>
          </a:p>
        </p:txBody>
      </p:sp>
      <p:sp>
        <p:nvSpPr>
          <p:cNvPr id="138" name="Google Shape;138;p3"/>
          <p:cNvSpPr/>
          <p:nvPr/>
        </p:nvSpPr>
        <p:spPr>
          <a:xfrm>
            <a:off x="4892040" y="4015199"/>
            <a:ext cx="2286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950"/>
              </a:buClr>
              <a:buSzPts val="900"/>
              <a:buFont typeface="Calibri"/>
              <a:buNone/>
            </a:pPr>
            <a:r>
              <a:rPr b="1" i="0" lang="en-US" sz="900" u="none" cap="none" strike="noStrike">
                <a:solidFill>
                  <a:schemeClr val="lt1"/>
                </a:solidFill>
                <a:latin typeface="Times New Roman"/>
                <a:ea typeface="Times New Roman"/>
                <a:cs typeface="Times New Roman"/>
                <a:sym typeface="Times New Roman"/>
              </a:rPr>
              <a:t>4</a:t>
            </a:r>
            <a:endParaRPr i="0" sz="900" u="none" cap="none" strike="noStrike">
              <a:solidFill>
                <a:schemeClr val="lt1"/>
              </a:solidFill>
              <a:latin typeface="Times New Roman"/>
              <a:ea typeface="Times New Roman"/>
              <a:cs typeface="Times New Roman"/>
              <a:sym typeface="Times New Roman"/>
            </a:endParaRPr>
          </a:p>
        </p:txBody>
      </p:sp>
      <p:sp>
        <p:nvSpPr>
          <p:cNvPr id="139" name="Google Shape;139;p3"/>
          <p:cNvSpPr/>
          <p:nvPr/>
        </p:nvSpPr>
        <p:spPr>
          <a:xfrm>
            <a:off x="5138928" y="4015199"/>
            <a:ext cx="34290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900"/>
              <a:buFont typeface="Calibri"/>
              <a:buNone/>
            </a:pPr>
            <a:r>
              <a:rPr i="0" lang="en-US" sz="900" u="none" cap="none" strike="noStrike">
                <a:solidFill>
                  <a:schemeClr val="lt1"/>
                </a:solidFill>
                <a:latin typeface="Times New Roman"/>
                <a:ea typeface="Times New Roman"/>
                <a:cs typeface="Times New Roman"/>
                <a:sym typeface="Times New Roman"/>
              </a:rPr>
              <a:t>Connect crypto_merged.csv to Tableau Desktop</a:t>
            </a:r>
            <a:endParaRPr i="0" sz="900" u="none" cap="none" strike="noStrike">
              <a:solidFill>
                <a:schemeClr val="lt1"/>
              </a:solidFill>
              <a:latin typeface="Times New Roman"/>
              <a:ea typeface="Times New Roman"/>
              <a:cs typeface="Times New Roman"/>
              <a:sym typeface="Times New Roman"/>
            </a:endParaRPr>
          </a:p>
        </p:txBody>
      </p:sp>
      <p:sp>
        <p:nvSpPr>
          <p:cNvPr id="140" name="Google Shape;140;p3"/>
          <p:cNvSpPr/>
          <p:nvPr/>
        </p:nvSpPr>
        <p:spPr>
          <a:xfrm>
            <a:off x="4892040" y="4262087"/>
            <a:ext cx="2286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950"/>
              </a:buClr>
              <a:buSzPts val="900"/>
              <a:buFont typeface="Calibri"/>
              <a:buNone/>
            </a:pPr>
            <a:r>
              <a:rPr b="1" i="0" lang="en-US" sz="900" u="none" cap="none" strike="noStrike">
                <a:solidFill>
                  <a:schemeClr val="lt1"/>
                </a:solidFill>
                <a:latin typeface="Times New Roman"/>
                <a:ea typeface="Times New Roman"/>
                <a:cs typeface="Times New Roman"/>
                <a:sym typeface="Times New Roman"/>
              </a:rPr>
              <a:t>5</a:t>
            </a:r>
            <a:endParaRPr i="0" sz="900" u="none" cap="none" strike="noStrike">
              <a:solidFill>
                <a:schemeClr val="lt1"/>
              </a:solidFill>
              <a:latin typeface="Times New Roman"/>
              <a:ea typeface="Times New Roman"/>
              <a:cs typeface="Times New Roman"/>
              <a:sym typeface="Times New Roman"/>
            </a:endParaRPr>
          </a:p>
        </p:txBody>
      </p:sp>
      <p:sp>
        <p:nvSpPr>
          <p:cNvPr id="141" name="Google Shape;141;p3"/>
          <p:cNvSpPr/>
          <p:nvPr/>
        </p:nvSpPr>
        <p:spPr>
          <a:xfrm>
            <a:off x="5138928" y="4262087"/>
            <a:ext cx="34290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900"/>
              <a:buFont typeface="Calibri"/>
              <a:buNone/>
            </a:pPr>
            <a:r>
              <a:rPr i="0" lang="en-US" sz="900" u="none" cap="none" strike="noStrike">
                <a:solidFill>
                  <a:schemeClr val="lt1"/>
                </a:solidFill>
                <a:latin typeface="Times New Roman"/>
                <a:ea typeface="Times New Roman"/>
                <a:cs typeface="Times New Roman"/>
                <a:sym typeface="Times New Roman"/>
              </a:rPr>
              <a:t>Build 4 charts + assemble interactive dashboard</a:t>
            </a:r>
            <a:endParaRPr i="0" sz="900" u="none" cap="none" strike="noStrike">
              <a:solidFill>
                <a:schemeClr val="lt1"/>
              </a:solidFill>
              <a:latin typeface="Times New Roman"/>
              <a:ea typeface="Times New Roman"/>
              <a:cs typeface="Times New Roman"/>
              <a:sym typeface="Times New Roman"/>
            </a:endParaRPr>
          </a:p>
        </p:txBody>
      </p:sp>
      <p:sp>
        <p:nvSpPr>
          <p:cNvPr id="142" name="Google Shape;142;p3"/>
          <p:cNvSpPr/>
          <p:nvPr/>
        </p:nvSpPr>
        <p:spPr>
          <a:xfrm>
            <a:off x="4892040" y="4508975"/>
            <a:ext cx="2286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B950"/>
              </a:buClr>
              <a:buSzPts val="900"/>
              <a:buFont typeface="Calibri"/>
              <a:buNone/>
            </a:pPr>
            <a:r>
              <a:rPr b="1" i="0" lang="en-US" sz="900" u="none" cap="none" strike="noStrike">
                <a:solidFill>
                  <a:schemeClr val="lt1"/>
                </a:solidFill>
                <a:latin typeface="Times New Roman"/>
                <a:ea typeface="Times New Roman"/>
                <a:cs typeface="Times New Roman"/>
                <a:sym typeface="Times New Roman"/>
              </a:rPr>
              <a:t>6</a:t>
            </a:r>
            <a:endParaRPr i="0" sz="900" u="none" cap="none" strike="noStrike">
              <a:solidFill>
                <a:schemeClr val="lt1"/>
              </a:solidFill>
              <a:latin typeface="Times New Roman"/>
              <a:ea typeface="Times New Roman"/>
              <a:cs typeface="Times New Roman"/>
              <a:sym typeface="Times New Roman"/>
            </a:endParaRPr>
          </a:p>
        </p:txBody>
      </p:sp>
      <p:sp>
        <p:nvSpPr>
          <p:cNvPr id="143" name="Google Shape;143;p3"/>
          <p:cNvSpPr/>
          <p:nvPr/>
        </p:nvSpPr>
        <p:spPr>
          <a:xfrm>
            <a:off x="5138928" y="4508975"/>
            <a:ext cx="34290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EDF3"/>
              </a:buClr>
              <a:buSzPts val="900"/>
              <a:buFont typeface="Calibri"/>
              <a:buNone/>
            </a:pPr>
            <a:r>
              <a:rPr i="0" lang="en-US" sz="900" u="none" cap="none" strike="noStrike">
                <a:solidFill>
                  <a:schemeClr val="lt1"/>
                </a:solidFill>
                <a:latin typeface="Times New Roman"/>
                <a:ea typeface="Times New Roman"/>
                <a:cs typeface="Times New Roman"/>
                <a:sym typeface="Times New Roman"/>
              </a:rPr>
              <a:t>Add Year filter applied to all worksheets</a:t>
            </a:r>
            <a:endParaRPr i="0" sz="900" u="none" cap="none" strike="noStrike">
              <a:solidFill>
                <a:schemeClr val="lt1"/>
              </a:solidFill>
              <a:latin typeface="Times New Roman"/>
              <a:ea typeface="Times New Roman"/>
              <a:cs typeface="Times New Roman"/>
              <a:sym typeface="Times New Roman"/>
            </a:endParaRPr>
          </a:p>
        </p:txBody>
      </p:sp>
      <p:sp>
        <p:nvSpPr>
          <p:cNvPr id="144" name="Google Shape;144;p3"/>
          <p:cNvSpPr/>
          <p:nvPr/>
        </p:nvSpPr>
        <p:spPr>
          <a:xfrm>
            <a:off x="4912550" y="2153550"/>
            <a:ext cx="50400" cy="54600"/>
          </a:xfrm>
          <a:prstGeom prst="ellipse">
            <a:avLst/>
          </a:prstGeom>
          <a:solidFill>
            <a:schemeClr val="lt1"/>
          </a:solidFill>
          <a:ln cap="flat" cmpd="sng" w="127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Times New Roman"/>
              <a:ea typeface="Times New Roman"/>
              <a:cs typeface="Times New Roman"/>
              <a:sym typeface="Times New Roman"/>
            </a:endParaRPr>
          </a:p>
        </p:txBody>
      </p:sp>
      <p:sp>
        <p:nvSpPr>
          <p:cNvPr id="145" name="Google Shape;145;p3"/>
          <p:cNvSpPr/>
          <p:nvPr/>
        </p:nvSpPr>
        <p:spPr>
          <a:xfrm>
            <a:off x="4912550" y="1907538"/>
            <a:ext cx="50400" cy="54600"/>
          </a:xfrm>
          <a:prstGeom prst="ellipse">
            <a:avLst/>
          </a:prstGeom>
          <a:solidFill>
            <a:schemeClr val="lt1"/>
          </a:solidFill>
          <a:ln cap="flat" cmpd="sng" w="127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Times New Roman"/>
              <a:ea typeface="Times New Roman"/>
              <a:cs typeface="Times New Roman"/>
              <a:sym typeface="Times New Roman"/>
            </a:endParaRPr>
          </a:p>
        </p:txBody>
      </p:sp>
      <p:sp>
        <p:nvSpPr>
          <p:cNvPr id="146" name="Google Shape;146;p3"/>
          <p:cNvSpPr/>
          <p:nvPr/>
        </p:nvSpPr>
        <p:spPr>
          <a:xfrm>
            <a:off x="4915775" y="1678275"/>
            <a:ext cx="50400" cy="54600"/>
          </a:xfrm>
          <a:prstGeom prst="ellipse">
            <a:avLst/>
          </a:prstGeom>
          <a:solidFill>
            <a:schemeClr val="lt1"/>
          </a:solidFill>
          <a:ln cap="flat" cmpd="sng" w="127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Times New Roman"/>
              <a:ea typeface="Times New Roman"/>
              <a:cs typeface="Times New Roman"/>
              <a:sym typeface="Times New Roman"/>
            </a:endParaRPr>
          </a:p>
        </p:txBody>
      </p:sp>
      <p:sp>
        <p:nvSpPr>
          <p:cNvPr id="147" name="Google Shape;147;p3"/>
          <p:cNvSpPr/>
          <p:nvPr/>
        </p:nvSpPr>
        <p:spPr>
          <a:xfrm>
            <a:off x="6756025" y="2158125"/>
            <a:ext cx="50400" cy="54600"/>
          </a:xfrm>
          <a:prstGeom prst="ellipse">
            <a:avLst/>
          </a:prstGeom>
          <a:solidFill>
            <a:schemeClr val="lt1"/>
          </a:solidFill>
          <a:ln cap="flat" cmpd="sng" w="127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Times New Roman"/>
              <a:ea typeface="Times New Roman"/>
              <a:cs typeface="Times New Roman"/>
              <a:sym typeface="Times New Roman"/>
            </a:endParaRPr>
          </a:p>
        </p:txBody>
      </p:sp>
      <p:sp>
        <p:nvSpPr>
          <p:cNvPr id="148" name="Google Shape;148;p3"/>
          <p:cNvSpPr/>
          <p:nvPr/>
        </p:nvSpPr>
        <p:spPr>
          <a:xfrm>
            <a:off x="6756025" y="1915800"/>
            <a:ext cx="50400" cy="54600"/>
          </a:xfrm>
          <a:prstGeom prst="ellipse">
            <a:avLst/>
          </a:prstGeom>
          <a:solidFill>
            <a:schemeClr val="lt1"/>
          </a:solidFill>
          <a:ln cap="flat" cmpd="sng" w="127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Times New Roman"/>
              <a:ea typeface="Times New Roman"/>
              <a:cs typeface="Times New Roman"/>
              <a:sym typeface="Times New Roman"/>
            </a:endParaRPr>
          </a:p>
        </p:txBody>
      </p:sp>
      <p:sp>
        <p:nvSpPr>
          <p:cNvPr id="149" name="Google Shape;149;p3"/>
          <p:cNvSpPr/>
          <p:nvPr/>
        </p:nvSpPr>
        <p:spPr>
          <a:xfrm>
            <a:off x="6756025" y="1662125"/>
            <a:ext cx="50400" cy="54600"/>
          </a:xfrm>
          <a:prstGeom prst="ellipse">
            <a:avLst/>
          </a:prstGeom>
          <a:solidFill>
            <a:schemeClr val="lt1"/>
          </a:solidFill>
          <a:ln cap="flat" cmpd="sng" w="127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3da72f3286c_0_228"/>
          <p:cNvSpPr/>
          <p:nvPr/>
        </p:nvSpPr>
        <p:spPr>
          <a:xfrm>
            <a:off x="2760002" y="141725"/>
            <a:ext cx="36240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libri"/>
              <a:buNone/>
            </a:pPr>
            <a:r>
              <a:rPr b="1" lang="en-US" sz="3000">
                <a:solidFill>
                  <a:schemeClr val="dk1"/>
                </a:solidFill>
                <a:latin typeface="Times New Roman"/>
                <a:ea typeface="Times New Roman"/>
                <a:cs typeface="Times New Roman"/>
                <a:sym typeface="Times New Roman"/>
              </a:rPr>
              <a:t>Objectives of Analysis</a:t>
            </a:r>
            <a:endParaRPr i="0" sz="3000" u="none" cap="none" strike="noStrike">
              <a:solidFill>
                <a:schemeClr val="dk1"/>
              </a:solidFill>
              <a:latin typeface="Times New Roman"/>
              <a:ea typeface="Times New Roman"/>
              <a:cs typeface="Times New Roman"/>
              <a:sym typeface="Times New Roman"/>
            </a:endParaRPr>
          </a:p>
        </p:txBody>
      </p:sp>
      <p:sp>
        <p:nvSpPr>
          <p:cNvPr id="156" name="Google Shape;156;g3da72f3286c_0_228"/>
          <p:cNvSpPr/>
          <p:nvPr/>
        </p:nvSpPr>
        <p:spPr>
          <a:xfrm>
            <a:off x="502925" y="904529"/>
            <a:ext cx="4059900" cy="1719000"/>
          </a:xfrm>
          <a:prstGeom prst="rect">
            <a:avLst/>
          </a:prstGeom>
          <a:solidFill>
            <a:srgbClr val="21262D"/>
          </a:solidFill>
          <a:ln cap="flat" cmpd="sng" w="12700">
            <a:solidFill>
              <a:srgbClr val="161B22"/>
            </a:solidFill>
            <a:prstDash val="solid"/>
            <a:round/>
            <a:headEnd len="sm" w="sm" type="none"/>
            <a:tailEnd len="sm" w="sm" type="none"/>
          </a:ln>
          <a:effectLst>
            <a:outerShdw blurRad="127000" rotWithShape="0" algn="bl" dir="8100000" dist="38100">
              <a:srgbClr val="000000">
                <a:alpha val="3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157" name="Google Shape;157;g3da72f3286c_0_228"/>
          <p:cNvSpPr/>
          <p:nvPr/>
        </p:nvSpPr>
        <p:spPr>
          <a:xfrm>
            <a:off x="502925" y="904529"/>
            <a:ext cx="63900" cy="1719000"/>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158" name="Google Shape;158;g3da72f3286c_0_228"/>
          <p:cNvSpPr/>
          <p:nvPr/>
        </p:nvSpPr>
        <p:spPr>
          <a:xfrm>
            <a:off x="640085" y="1023402"/>
            <a:ext cx="438900" cy="274200"/>
          </a:xfrm>
          <a:prstGeom prst="rect">
            <a:avLst/>
          </a:prstGeom>
          <a:solidFill>
            <a:srgbClr val="00B4D8">
              <a:alpha val="20000"/>
            </a:srgbClr>
          </a:solidFill>
          <a:ln cap="flat" cmpd="sng" w="12700">
            <a:solidFill>
              <a:srgbClr val="00B4D8">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159" name="Google Shape;159;g3da72f3286c_0_228"/>
          <p:cNvSpPr/>
          <p:nvPr/>
        </p:nvSpPr>
        <p:spPr>
          <a:xfrm>
            <a:off x="640085" y="1023402"/>
            <a:ext cx="438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B4D8"/>
              </a:buClr>
              <a:buSzPts val="1100"/>
              <a:buFont typeface="Calibri"/>
              <a:buNone/>
            </a:pPr>
            <a:r>
              <a:rPr b="1" i="0" lang="en-US" sz="1100" u="none" cap="none" strike="noStrike">
                <a:solidFill>
                  <a:srgbClr val="00B4D8"/>
                </a:solidFill>
                <a:latin typeface="Times New Roman"/>
                <a:ea typeface="Times New Roman"/>
                <a:cs typeface="Times New Roman"/>
                <a:sym typeface="Times New Roman"/>
              </a:rPr>
              <a:t>01</a:t>
            </a:r>
            <a:endParaRPr i="0" sz="1100" u="none" cap="none" strike="noStrike">
              <a:solidFill>
                <a:srgbClr val="000000"/>
              </a:solidFill>
              <a:latin typeface="Times New Roman"/>
              <a:ea typeface="Times New Roman"/>
              <a:cs typeface="Times New Roman"/>
              <a:sym typeface="Times New Roman"/>
            </a:endParaRPr>
          </a:p>
        </p:txBody>
      </p:sp>
      <p:sp>
        <p:nvSpPr>
          <p:cNvPr id="160" name="Google Shape;160;g3da72f3286c_0_228"/>
          <p:cNvSpPr/>
          <p:nvPr/>
        </p:nvSpPr>
        <p:spPr>
          <a:xfrm>
            <a:off x="1161293" y="1032546"/>
            <a:ext cx="3246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Calibri"/>
              <a:buNone/>
            </a:pPr>
            <a:r>
              <a:rPr b="1" i="0" lang="en-US" sz="1150" u="none" cap="none" strike="noStrike">
                <a:solidFill>
                  <a:srgbClr val="FFFFFF"/>
                </a:solidFill>
                <a:latin typeface="Times New Roman"/>
                <a:ea typeface="Times New Roman"/>
                <a:cs typeface="Times New Roman"/>
                <a:sym typeface="Times New Roman"/>
              </a:rPr>
              <a:t>Measure Price Correlation</a:t>
            </a:r>
            <a:endParaRPr i="0" sz="1150" u="none" cap="none" strike="noStrike">
              <a:solidFill>
                <a:srgbClr val="000000"/>
              </a:solidFill>
              <a:latin typeface="Times New Roman"/>
              <a:ea typeface="Times New Roman"/>
              <a:cs typeface="Times New Roman"/>
              <a:sym typeface="Times New Roman"/>
            </a:endParaRPr>
          </a:p>
        </p:txBody>
      </p:sp>
      <p:sp>
        <p:nvSpPr>
          <p:cNvPr id="161" name="Google Shape;161;g3da72f3286c_0_228"/>
          <p:cNvSpPr/>
          <p:nvPr/>
        </p:nvSpPr>
        <p:spPr>
          <a:xfrm>
            <a:off x="640085" y="1380018"/>
            <a:ext cx="3749100" cy="18300"/>
          </a:xfrm>
          <a:prstGeom prst="rect">
            <a:avLst/>
          </a:prstGeom>
          <a:solidFill>
            <a:srgbClr val="1C2128"/>
          </a:solidFill>
          <a:ln cap="flat" cmpd="sng" w="12700">
            <a:solidFill>
              <a:srgbClr val="1C212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162" name="Google Shape;162;g3da72f3286c_0_228"/>
          <p:cNvSpPr/>
          <p:nvPr/>
        </p:nvSpPr>
        <p:spPr>
          <a:xfrm>
            <a:off x="640085" y="1471458"/>
            <a:ext cx="3767400" cy="106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950"/>
              <a:buFont typeface="Calibri"/>
              <a:buNone/>
            </a:pPr>
            <a:r>
              <a:rPr i="0" lang="en-US" sz="950" u="none" cap="none" strike="noStrike">
                <a:solidFill>
                  <a:schemeClr val="lt1"/>
                </a:solidFill>
                <a:latin typeface="Times New Roman"/>
                <a:ea typeface="Times New Roman"/>
                <a:cs typeface="Times New Roman"/>
                <a:sym typeface="Times New Roman"/>
              </a:rPr>
              <a:t>Quantify the statistical relationship between BTC and ETH prices over 9 years (2016–2025) using Pearson correlation coefficients and rolling window analysis in Tableau.</a:t>
            </a:r>
            <a:endParaRPr i="0" sz="950" u="none" cap="none" strike="noStrike">
              <a:solidFill>
                <a:schemeClr val="lt1"/>
              </a:solidFill>
              <a:latin typeface="Times New Roman"/>
              <a:ea typeface="Times New Roman"/>
              <a:cs typeface="Times New Roman"/>
              <a:sym typeface="Times New Roman"/>
            </a:endParaRPr>
          </a:p>
        </p:txBody>
      </p:sp>
      <p:sp>
        <p:nvSpPr>
          <p:cNvPr id="163" name="Google Shape;163;g3da72f3286c_0_228"/>
          <p:cNvSpPr/>
          <p:nvPr/>
        </p:nvSpPr>
        <p:spPr>
          <a:xfrm>
            <a:off x="4818893" y="904529"/>
            <a:ext cx="4059900" cy="1719000"/>
          </a:xfrm>
          <a:prstGeom prst="rect">
            <a:avLst/>
          </a:prstGeom>
          <a:solidFill>
            <a:srgbClr val="21262D"/>
          </a:solidFill>
          <a:ln cap="flat" cmpd="sng" w="12700">
            <a:solidFill>
              <a:srgbClr val="161B22"/>
            </a:solidFill>
            <a:prstDash val="solid"/>
            <a:round/>
            <a:headEnd len="sm" w="sm" type="none"/>
            <a:tailEnd len="sm" w="sm" type="none"/>
          </a:ln>
          <a:effectLst>
            <a:outerShdw blurRad="127000" rotWithShape="0" algn="bl" dir="8100000" dist="38100">
              <a:srgbClr val="000000">
                <a:alpha val="3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164" name="Google Shape;164;g3da72f3286c_0_228"/>
          <p:cNvSpPr/>
          <p:nvPr/>
        </p:nvSpPr>
        <p:spPr>
          <a:xfrm>
            <a:off x="4818893" y="904529"/>
            <a:ext cx="63900" cy="1719000"/>
          </a:xfrm>
          <a:prstGeom prst="rect">
            <a:avLst/>
          </a:prstGeom>
          <a:solidFill>
            <a:srgbClr val="1F6FEB"/>
          </a:solidFill>
          <a:ln cap="flat" cmpd="sng" w="12700">
            <a:solidFill>
              <a:srgbClr val="1F6F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165" name="Google Shape;165;g3da72f3286c_0_228"/>
          <p:cNvSpPr/>
          <p:nvPr/>
        </p:nvSpPr>
        <p:spPr>
          <a:xfrm>
            <a:off x="4956053" y="1023402"/>
            <a:ext cx="438900" cy="274200"/>
          </a:xfrm>
          <a:prstGeom prst="rect">
            <a:avLst/>
          </a:prstGeom>
          <a:solidFill>
            <a:srgbClr val="1F6FEB">
              <a:alpha val="20000"/>
            </a:srgbClr>
          </a:solidFill>
          <a:ln cap="flat" cmpd="sng" w="12700">
            <a:solidFill>
              <a:srgbClr val="1F6FEB">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166" name="Google Shape;166;g3da72f3286c_0_228"/>
          <p:cNvSpPr/>
          <p:nvPr/>
        </p:nvSpPr>
        <p:spPr>
          <a:xfrm>
            <a:off x="4956053" y="1023402"/>
            <a:ext cx="438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6FEB"/>
              </a:buClr>
              <a:buSzPts val="1100"/>
              <a:buFont typeface="Calibri"/>
              <a:buNone/>
            </a:pPr>
            <a:r>
              <a:rPr b="1" i="0" lang="en-US" sz="1100" u="none" cap="none" strike="noStrike">
                <a:solidFill>
                  <a:srgbClr val="1F6FEB"/>
                </a:solidFill>
                <a:latin typeface="Times New Roman"/>
                <a:ea typeface="Times New Roman"/>
                <a:cs typeface="Times New Roman"/>
                <a:sym typeface="Times New Roman"/>
              </a:rPr>
              <a:t>02</a:t>
            </a:r>
            <a:endParaRPr i="0" sz="1100" u="none" cap="none" strike="noStrike">
              <a:solidFill>
                <a:srgbClr val="000000"/>
              </a:solidFill>
              <a:latin typeface="Times New Roman"/>
              <a:ea typeface="Times New Roman"/>
              <a:cs typeface="Times New Roman"/>
              <a:sym typeface="Times New Roman"/>
            </a:endParaRPr>
          </a:p>
        </p:txBody>
      </p:sp>
      <p:sp>
        <p:nvSpPr>
          <p:cNvPr id="167" name="Google Shape;167;g3da72f3286c_0_228"/>
          <p:cNvSpPr/>
          <p:nvPr/>
        </p:nvSpPr>
        <p:spPr>
          <a:xfrm>
            <a:off x="5477261" y="1032546"/>
            <a:ext cx="3246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Calibri"/>
              <a:buNone/>
            </a:pPr>
            <a:r>
              <a:rPr b="1" i="0" lang="en-US" sz="1150" u="none" cap="none" strike="noStrike">
                <a:solidFill>
                  <a:srgbClr val="FFFFFF"/>
                </a:solidFill>
                <a:latin typeface="Times New Roman"/>
                <a:ea typeface="Times New Roman"/>
                <a:cs typeface="Times New Roman"/>
                <a:sym typeface="Times New Roman"/>
              </a:rPr>
              <a:t>Track Correlation Over Time</a:t>
            </a:r>
            <a:endParaRPr i="0" sz="1150" u="none" cap="none" strike="noStrike">
              <a:solidFill>
                <a:srgbClr val="000000"/>
              </a:solidFill>
              <a:latin typeface="Times New Roman"/>
              <a:ea typeface="Times New Roman"/>
              <a:cs typeface="Times New Roman"/>
              <a:sym typeface="Times New Roman"/>
            </a:endParaRPr>
          </a:p>
        </p:txBody>
      </p:sp>
      <p:sp>
        <p:nvSpPr>
          <p:cNvPr id="168" name="Google Shape;168;g3da72f3286c_0_228"/>
          <p:cNvSpPr/>
          <p:nvPr/>
        </p:nvSpPr>
        <p:spPr>
          <a:xfrm>
            <a:off x="4956053" y="1380018"/>
            <a:ext cx="3749100" cy="18300"/>
          </a:xfrm>
          <a:prstGeom prst="rect">
            <a:avLst/>
          </a:prstGeom>
          <a:solidFill>
            <a:srgbClr val="1C2128"/>
          </a:solidFill>
          <a:ln cap="flat" cmpd="sng" w="12700">
            <a:solidFill>
              <a:srgbClr val="1C212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169" name="Google Shape;169;g3da72f3286c_0_228"/>
          <p:cNvSpPr/>
          <p:nvPr/>
        </p:nvSpPr>
        <p:spPr>
          <a:xfrm>
            <a:off x="4956053" y="1471458"/>
            <a:ext cx="3767400" cy="106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950"/>
              <a:buFont typeface="Calibri"/>
              <a:buNone/>
            </a:pPr>
            <a:r>
              <a:rPr i="0" lang="en-US" sz="950" u="none" cap="none" strike="noStrike">
                <a:solidFill>
                  <a:schemeClr val="lt1"/>
                </a:solidFill>
                <a:latin typeface="Times New Roman"/>
                <a:ea typeface="Times New Roman"/>
                <a:cs typeface="Times New Roman"/>
                <a:sym typeface="Times New Roman"/>
              </a:rPr>
              <a:t>Examine whether the BTC–ETH correlation has strengthened, weakened, or remained stable over time  and identify key turning points linked to real market events.</a:t>
            </a:r>
            <a:endParaRPr i="0" sz="950" u="none" cap="none" strike="noStrike">
              <a:solidFill>
                <a:schemeClr val="lt1"/>
              </a:solidFill>
              <a:latin typeface="Times New Roman"/>
              <a:ea typeface="Times New Roman"/>
              <a:cs typeface="Times New Roman"/>
              <a:sym typeface="Times New Roman"/>
            </a:endParaRPr>
          </a:p>
        </p:txBody>
      </p:sp>
      <p:sp>
        <p:nvSpPr>
          <p:cNvPr id="170" name="Google Shape;170;g3da72f3286c_0_228"/>
          <p:cNvSpPr/>
          <p:nvPr/>
        </p:nvSpPr>
        <p:spPr>
          <a:xfrm>
            <a:off x="502925" y="2824770"/>
            <a:ext cx="4059900" cy="1719000"/>
          </a:xfrm>
          <a:prstGeom prst="rect">
            <a:avLst/>
          </a:prstGeom>
          <a:solidFill>
            <a:srgbClr val="21262D"/>
          </a:solidFill>
          <a:ln cap="flat" cmpd="sng" w="12700">
            <a:solidFill>
              <a:srgbClr val="161B22"/>
            </a:solidFill>
            <a:prstDash val="solid"/>
            <a:round/>
            <a:headEnd len="sm" w="sm" type="none"/>
            <a:tailEnd len="sm" w="sm" type="none"/>
          </a:ln>
          <a:effectLst>
            <a:outerShdw blurRad="127000" rotWithShape="0" algn="bl" dir="8100000" dist="38100">
              <a:srgbClr val="000000">
                <a:alpha val="3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Times New Roman"/>
              <a:ea typeface="Times New Roman"/>
              <a:cs typeface="Times New Roman"/>
              <a:sym typeface="Times New Roman"/>
            </a:endParaRPr>
          </a:p>
        </p:txBody>
      </p:sp>
      <p:sp>
        <p:nvSpPr>
          <p:cNvPr id="171" name="Google Shape;171;g3da72f3286c_0_228"/>
          <p:cNvSpPr/>
          <p:nvPr/>
        </p:nvSpPr>
        <p:spPr>
          <a:xfrm>
            <a:off x="502925" y="2824770"/>
            <a:ext cx="63900" cy="1719000"/>
          </a:xfrm>
          <a:prstGeom prst="rect">
            <a:avLst/>
          </a:prstGeom>
          <a:solidFill>
            <a:srgbClr val="F78166"/>
          </a:solidFill>
          <a:ln cap="flat" cmpd="sng" w="12700">
            <a:solidFill>
              <a:srgbClr val="F781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172" name="Google Shape;172;g3da72f3286c_0_228"/>
          <p:cNvSpPr/>
          <p:nvPr/>
        </p:nvSpPr>
        <p:spPr>
          <a:xfrm>
            <a:off x="640085" y="2943642"/>
            <a:ext cx="438900" cy="274200"/>
          </a:xfrm>
          <a:prstGeom prst="rect">
            <a:avLst/>
          </a:prstGeom>
          <a:solidFill>
            <a:srgbClr val="F78166">
              <a:alpha val="20000"/>
            </a:srgbClr>
          </a:solidFill>
          <a:ln cap="flat" cmpd="sng" w="12700">
            <a:solidFill>
              <a:srgbClr val="F78166">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173" name="Google Shape;173;g3da72f3286c_0_228"/>
          <p:cNvSpPr/>
          <p:nvPr/>
        </p:nvSpPr>
        <p:spPr>
          <a:xfrm>
            <a:off x="640085" y="2943642"/>
            <a:ext cx="438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78166"/>
              </a:buClr>
              <a:buSzPts val="1100"/>
              <a:buFont typeface="Calibri"/>
              <a:buNone/>
            </a:pPr>
            <a:r>
              <a:rPr b="1" i="0" lang="en-US" sz="1100" u="none" cap="none" strike="noStrike">
                <a:solidFill>
                  <a:srgbClr val="F78166"/>
                </a:solidFill>
                <a:latin typeface="Times New Roman"/>
                <a:ea typeface="Times New Roman"/>
                <a:cs typeface="Times New Roman"/>
                <a:sym typeface="Times New Roman"/>
              </a:rPr>
              <a:t>03</a:t>
            </a:r>
            <a:endParaRPr i="0" sz="1100" u="none" cap="none" strike="noStrike">
              <a:solidFill>
                <a:srgbClr val="000000"/>
              </a:solidFill>
              <a:latin typeface="Times New Roman"/>
              <a:ea typeface="Times New Roman"/>
              <a:cs typeface="Times New Roman"/>
              <a:sym typeface="Times New Roman"/>
            </a:endParaRPr>
          </a:p>
        </p:txBody>
      </p:sp>
      <p:sp>
        <p:nvSpPr>
          <p:cNvPr id="174" name="Google Shape;174;g3da72f3286c_0_228"/>
          <p:cNvSpPr/>
          <p:nvPr/>
        </p:nvSpPr>
        <p:spPr>
          <a:xfrm>
            <a:off x="1161293" y="2952786"/>
            <a:ext cx="3246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Calibri"/>
              <a:buNone/>
            </a:pPr>
            <a:r>
              <a:rPr b="1" i="0" lang="en-US" sz="1150" u="none" cap="none" strike="noStrike">
                <a:solidFill>
                  <a:srgbClr val="FFFFFF"/>
                </a:solidFill>
                <a:latin typeface="Times New Roman"/>
                <a:ea typeface="Times New Roman"/>
                <a:cs typeface="Times New Roman"/>
                <a:sym typeface="Times New Roman"/>
              </a:rPr>
              <a:t>Identify Decoupling Events</a:t>
            </a:r>
            <a:endParaRPr i="0" sz="1150" u="none" cap="none" strike="noStrike">
              <a:solidFill>
                <a:srgbClr val="000000"/>
              </a:solidFill>
              <a:latin typeface="Times New Roman"/>
              <a:ea typeface="Times New Roman"/>
              <a:cs typeface="Times New Roman"/>
              <a:sym typeface="Times New Roman"/>
            </a:endParaRPr>
          </a:p>
        </p:txBody>
      </p:sp>
      <p:sp>
        <p:nvSpPr>
          <p:cNvPr id="175" name="Google Shape;175;g3da72f3286c_0_228"/>
          <p:cNvSpPr/>
          <p:nvPr/>
        </p:nvSpPr>
        <p:spPr>
          <a:xfrm>
            <a:off x="640085" y="3300257"/>
            <a:ext cx="3749100" cy="18300"/>
          </a:xfrm>
          <a:prstGeom prst="rect">
            <a:avLst/>
          </a:prstGeom>
          <a:solidFill>
            <a:srgbClr val="1C2128"/>
          </a:solidFill>
          <a:ln cap="flat" cmpd="sng" w="12700">
            <a:solidFill>
              <a:srgbClr val="1C212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176" name="Google Shape;176;g3da72f3286c_0_228"/>
          <p:cNvSpPr/>
          <p:nvPr/>
        </p:nvSpPr>
        <p:spPr>
          <a:xfrm>
            <a:off x="640085" y="3391698"/>
            <a:ext cx="3767400" cy="106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950"/>
              <a:buFont typeface="Calibri"/>
              <a:buNone/>
            </a:pPr>
            <a:r>
              <a:rPr i="0" lang="en-US" sz="950" u="none" cap="none" strike="noStrike">
                <a:solidFill>
                  <a:schemeClr val="lt1"/>
                </a:solidFill>
                <a:latin typeface="Times New Roman"/>
                <a:ea typeface="Times New Roman"/>
                <a:cs typeface="Times New Roman"/>
                <a:sym typeface="Times New Roman"/>
              </a:rPr>
              <a:t>Pinpoint specific months and years where the two assets diverged, and explain the catalysts behind those decoupling events such as the Terra/Luna collapse and ETH Merge.</a:t>
            </a:r>
            <a:endParaRPr i="0" sz="950" u="none" cap="none" strike="noStrike">
              <a:solidFill>
                <a:schemeClr val="lt1"/>
              </a:solidFill>
              <a:latin typeface="Times New Roman"/>
              <a:ea typeface="Times New Roman"/>
              <a:cs typeface="Times New Roman"/>
              <a:sym typeface="Times New Roman"/>
            </a:endParaRPr>
          </a:p>
        </p:txBody>
      </p:sp>
      <p:sp>
        <p:nvSpPr>
          <p:cNvPr id="177" name="Google Shape;177;g3da72f3286c_0_228"/>
          <p:cNvSpPr/>
          <p:nvPr/>
        </p:nvSpPr>
        <p:spPr>
          <a:xfrm>
            <a:off x="4818893" y="2824770"/>
            <a:ext cx="4059900" cy="1719000"/>
          </a:xfrm>
          <a:prstGeom prst="rect">
            <a:avLst/>
          </a:prstGeom>
          <a:solidFill>
            <a:srgbClr val="21262D"/>
          </a:solidFill>
          <a:ln cap="flat" cmpd="sng" w="12700">
            <a:solidFill>
              <a:srgbClr val="161B22"/>
            </a:solidFill>
            <a:prstDash val="solid"/>
            <a:round/>
            <a:headEnd len="sm" w="sm" type="none"/>
            <a:tailEnd len="sm" w="sm" type="none"/>
          </a:ln>
          <a:effectLst>
            <a:outerShdw blurRad="127000" rotWithShape="0" algn="bl" dir="8100000" dist="38100">
              <a:srgbClr val="000000">
                <a:alpha val="3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178" name="Google Shape;178;g3da72f3286c_0_228"/>
          <p:cNvSpPr/>
          <p:nvPr/>
        </p:nvSpPr>
        <p:spPr>
          <a:xfrm>
            <a:off x="4818893" y="2824770"/>
            <a:ext cx="63900" cy="1719000"/>
          </a:xfrm>
          <a:prstGeom prst="rect">
            <a:avLst/>
          </a:prstGeom>
          <a:solidFill>
            <a:srgbClr val="3FB950"/>
          </a:solidFill>
          <a:ln cap="flat" cmpd="sng" w="12700">
            <a:solidFill>
              <a:srgbClr val="3FB9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179" name="Google Shape;179;g3da72f3286c_0_228"/>
          <p:cNvSpPr/>
          <p:nvPr/>
        </p:nvSpPr>
        <p:spPr>
          <a:xfrm>
            <a:off x="4956053" y="2943642"/>
            <a:ext cx="438900" cy="274200"/>
          </a:xfrm>
          <a:prstGeom prst="rect">
            <a:avLst/>
          </a:prstGeom>
          <a:solidFill>
            <a:srgbClr val="3FB950">
              <a:alpha val="20000"/>
            </a:srgbClr>
          </a:solidFill>
          <a:ln cap="flat" cmpd="sng" w="12700">
            <a:solidFill>
              <a:srgbClr val="3FB950">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180" name="Google Shape;180;g3da72f3286c_0_228"/>
          <p:cNvSpPr/>
          <p:nvPr/>
        </p:nvSpPr>
        <p:spPr>
          <a:xfrm>
            <a:off x="4956053" y="2943642"/>
            <a:ext cx="4389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FB950"/>
              </a:buClr>
              <a:buSzPts val="1100"/>
              <a:buFont typeface="Calibri"/>
              <a:buNone/>
            </a:pPr>
            <a:r>
              <a:rPr b="1" i="0" lang="en-US" sz="1100" u="none" cap="none" strike="noStrike">
                <a:solidFill>
                  <a:srgbClr val="3FB950"/>
                </a:solidFill>
                <a:latin typeface="Times New Roman"/>
                <a:ea typeface="Times New Roman"/>
                <a:cs typeface="Times New Roman"/>
                <a:sym typeface="Times New Roman"/>
              </a:rPr>
              <a:t>04</a:t>
            </a:r>
            <a:endParaRPr i="0" sz="1100" u="none" cap="none" strike="noStrike">
              <a:solidFill>
                <a:srgbClr val="000000"/>
              </a:solidFill>
              <a:latin typeface="Times New Roman"/>
              <a:ea typeface="Times New Roman"/>
              <a:cs typeface="Times New Roman"/>
              <a:sym typeface="Times New Roman"/>
            </a:endParaRPr>
          </a:p>
        </p:txBody>
      </p:sp>
      <p:sp>
        <p:nvSpPr>
          <p:cNvPr id="181" name="Google Shape;181;g3da72f3286c_0_228"/>
          <p:cNvSpPr/>
          <p:nvPr/>
        </p:nvSpPr>
        <p:spPr>
          <a:xfrm>
            <a:off x="5477261" y="2952786"/>
            <a:ext cx="3246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Calibri"/>
              <a:buNone/>
            </a:pPr>
            <a:r>
              <a:rPr b="1" i="0" lang="en-US" sz="1150" u="none" cap="none" strike="noStrike">
                <a:solidFill>
                  <a:srgbClr val="FFFFFF"/>
                </a:solidFill>
                <a:latin typeface="Times New Roman"/>
                <a:ea typeface="Times New Roman"/>
                <a:cs typeface="Times New Roman"/>
                <a:sym typeface="Times New Roman"/>
              </a:rPr>
              <a:t>Draw Portfolio Implications</a:t>
            </a:r>
            <a:endParaRPr i="0" sz="1150" u="none" cap="none" strike="noStrike">
              <a:solidFill>
                <a:srgbClr val="000000"/>
              </a:solidFill>
              <a:latin typeface="Times New Roman"/>
              <a:ea typeface="Times New Roman"/>
              <a:cs typeface="Times New Roman"/>
              <a:sym typeface="Times New Roman"/>
            </a:endParaRPr>
          </a:p>
        </p:txBody>
      </p:sp>
      <p:sp>
        <p:nvSpPr>
          <p:cNvPr id="182" name="Google Shape;182;g3da72f3286c_0_228"/>
          <p:cNvSpPr/>
          <p:nvPr/>
        </p:nvSpPr>
        <p:spPr>
          <a:xfrm>
            <a:off x="4956053" y="3300257"/>
            <a:ext cx="3749100" cy="18300"/>
          </a:xfrm>
          <a:prstGeom prst="rect">
            <a:avLst/>
          </a:prstGeom>
          <a:solidFill>
            <a:srgbClr val="1C2128"/>
          </a:solidFill>
          <a:ln cap="flat" cmpd="sng" w="12700">
            <a:solidFill>
              <a:srgbClr val="1C212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183" name="Google Shape;183;g3da72f3286c_0_228"/>
          <p:cNvSpPr/>
          <p:nvPr/>
        </p:nvSpPr>
        <p:spPr>
          <a:xfrm>
            <a:off x="4956053" y="3391698"/>
            <a:ext cx="3767400" cy="106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950"/>
              <a:buFont typeface="Calibri"/>
              <a:buNone/>
            </a:pPr>
            <a:r>
              <a:rPr i="0" lang="en-US" sz="950" u="none" cap="none" strike="noStrike">
                <a:solidFill>
                  <a:schemeClr val="lt1"/>
                </a:solidFill>
                <a:latin typeface="Times New Roman"/>
                <a:ea typeface="Times New Roman"/>
                <a:cs typeface="Times New Roman"/>
                <a:sym typeface="Times New Roman"/>
              </a:rPr>
              <a:t>Assess whether holding both BTC and ETH provides meaningful portfolio diversification, or whether they represent the same underlying risk exposure for investors.</a:t>
            </a:r>
            <a:endParaRPr i="0" sz="95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pic>
        <p:nvPicPr>
          <p:cNvPr id="189" name="Google Shape;189;g3da72f3286c_0_144" title="Screenshot 2026-03-26 at 5.52.19 PM.png"/>
          <p:cNvPicPr preferRelativeResize="0"/>
          <p:nvPr/>
        </p:nvPicPr>
        <p:blipFill>
          <a:blip r:embed="rId3">
            <a:alphaModFix/>
          </a:blip>
          <a:stretch>
            <a:fillRect/>
          </a:stretch>
        </p:blipFill>
        <p:spPr>
          <a:xfrm>
            <a:off x="2946575" y="612275"/>
            <a:ext cx="6096927" cy="4139725"/>
          </a:xfrm>
          <a:prstGeom prst="rect">
            <a:avLst/>
          </a:prstGeom>
          <a:noFill/>
          <a:ln>
            <a:noFill/>
          </a:ln>
        </p:spPr>
      </p:pic>
      <p:sp>
        <p:nvSpPr>
          <p:cNvPr id="190" name="Google Shape;190;g3da72f3286c_0_144"/>
          <p:cNvSpPr/>
          <p:nvPr/>
        </p:nvSpPr>
        <p:spPr>
          <a:xfrm>
            <a:off x="-1" y="748674"/>
            <a:ext cx="49200" cy="1131600"/>
          </a:xfrm>
          <a:prstGeom prst="rect">
            <a:avLst/>
          </a:prstGeom>
          <a:solidFill>
            <a:srgbClr val="1F6FEB"/>
          </a:solidFill>
          <a:ln cap="flat" cmpd="sng" w="11400">
            <a:solidFill>
              <a:srgbClr val="1F6FEB"/>
            </a:solidFill>
            <a:prstDash val="solid"/>
            <a:round/>
            <a:headEnd len="sm" w="sm" type="none"/>
            <a:tailEnd len="sm" w="sm" type="none"/>
          </a:ln>
        </p:spPr>
        <p:txBody>
          <a:bodyPr anchorCtr="0" anchor="ctr" bIns="82000" lIns="82000" spcFirstLastPara="1" rIns="82000" wrap="square" tIns="82000">
            <a:noAutofit/>
          </a:bodyPr>
          <a:lstStyle/>
          <a:p>
            <a:pPr indent="0" lvl="0" marL="0" rtl="0" algn="l">
              <a:spcBef>
                <a:spcPts val="0"/>
              </a:spcBef>
              <a:spcAft>
                <a:spcPts val="0"/>
              </a:spcAft>
              <a:buNone/>
            </a:pPr>
            <a:r>
              <a:t/>
            </a:r>
            <a:endParaRPr sz="1255">
              <a:latin typeface="Times New Roman"/>
              <a:ea typeface="Times New Roman"/>
              <a:cs typeface="Times New Roman"/>
              <a:sym typeface="Times New Roman"/>
            </a:endParaRPr>
          </a:p>
        </p:txBody>
      </p:sp>
      <p:sp>
        <p:nvSpPr>
          <p:cNvPr id="191" name="Google Shape;191;g3da72f3286c_0_144"/>
          <p:cNvSpPr/>
          <p:nvPr/>
        </p:nvSpPr>
        <p:spPr>
          <a:xfrm>
            <a:off x="98411" y="765076"/>
            <a:ext cx="2230800" cy="21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FEB"/>
              </a:buClr>
              <a:buSzPts val="852"/>
              <a:buFont typeface="Calibri"/>
              <a:buNone/>
            </a:pPr>
            <a:r>
              <a:rPr b="1" i="0" lang="en-US" sz="852" u="none" cap="none" strike="noStrike">
                <a:solidFill>
                  <a:srgbClr val="1F6FEB"/>
                </a:solidFill>
                <a:latin typeface="Times New Roman"/>
                <a:ea typeface="Times New Roman"/>
                <a:cs typeface="Times New Roman"/>
                <a:sym typeface="Times New Roman"/>
              </a:rPr>
              <a:t>What it shows</a:t>
            </a:r>
            <a:endParaRPr i="0" sz="852" u="none" cap="none" strike="noStrike">
              <a:solidFill>
                <a:srgbClr val="000000"/>
              </a:solidFill>
              <a:latin typeface="Times New Roman"/>
              <a:ea typeface="Times New Roman"/>
              <a:cs typeface="Times New Roman"/>
              <a:sym typeface="Times New Roman"/>
            </a:endParaRPr>
          </a:p>
        </p:txBody>
      </p:sp>
      <p:sp>
        <p:nvSpPr>
          <p:cNvPr id="192" name="Google Shape;192;g3da72f3286c_0_144"/>
          <p:cNvSpPr/>
          <p:nvPr/>
        </p:nvSpPr>
        <p:spPr>
          <a:xfrm>
            <a:off x="98411" y="994699"/>
            <a:ext cx="2230800" cy="803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807"/>
              <a:buFont typeface="Calibri"/>
              <a:buNone/>
            </a:pPr>
            <a:r>
              <a:rPr lang="en-US" sz="807">
                <a:solidFill>
                  <a:schemeClr val="dk1"/>
                </a:solidFill>
                <a:latin typeface="Times New Roman"/>
                <a:ea typeface="Times New Roman"/>
                <a:cs typeface="Times New Roman"/>
                <a:sym typeface="Times New Roman"/>
              </a:rPr>
              <a:t>Dual axis line chart tracking BTC (blue) and ETH (orange) daily closing prices from 2016 to 2025 on independent Y-axes</a:t>
            </a:r>
            <a:endParaRPr i="0" sz="807" u="none" cap="none" strike="noStrike">
              <a:solidFill>
                <a:schemeClr val="dk1"/>
              </a:solidFill>
              <a:latin typeface="Times New Roman"/>
              <a:ea typeface="Times New Roman"/>
              <a:cs typeface="Times New Roman"/>
              <a:sym typeface="Times New Roman"/>
            </a:endParaRPr>
          </a:p>
        </p:txBody>
      </p:sp>
      <p:sp>
        <p:nvSpPr>
          <p:cNvPr id="193" name="Google Shape;193;g3da72f3286c_0_144"/>
          <p:cNvSpPr/>
          <p:nvPr/>
        </p:nvSpPr>
        <p:spPr>
          <a:xfrm>
            <a:off x="1" y="1880274"/>
            <a:ext cx="49200" cy="1131600"/>
          </a:xfrm>
          <a:prstGeom prst="rect">
            <a:avLst/>
          </a:prstGeom>
          <a:solidFill>
            <a:srgbClr val="00B4D8"/>
          </a:solidFill>
          <a:ln cap="flat" cmpd="sng" w="11400">
            <a:solidFill>
              <a:srgbClr val="00B4D8"/>
            </a:solidFill>
            <a:prstDash val="solid"/>
            <a:round/>
            <a:headEnd len="sm" w="sm" type="none"/>
            <a:tailEnd len="sm" w="sm" type="none"/>
          </a:ln>
        </p:spPr>
        <p:txBody>
          <a:bodyPr anchorCtr="0" anchor="ctr" bIns="82000" lIns="82000" spcFirstLastPara="1" rIns="82000" wrap="square" tIns="82000">
            <a:noAutofit/>
          </a:bodyPr>
          <a:lstStyle/>
          <a:p>
            <a:pPr indent="0" lvl="0" marL="0" rtl="0" algn="l">
              <a:spcBef>
                <a:spcPts val="0"/>
              </a:spcBef>
              <a:spcAft>
                <a:spcPts val="0"/>
              </a:spcAft>
              <a:buNone/>
            </a:pPr>
            <a:r>
              <a:t/>
            </a:r>
            <a:endParaRPr sz="1255">
              <a:latin typeface="Times New Roman"/>
              <a:ea typeface="Times New Roman"/>
              <a:cs typeface="Times New Roman"/>
              <a:sym typeface="Times New Roman"/>
            </a:endParaRPr>
          </a:p>
        </p:txBody>
      </p:sp>
      <p:sp>
        <p:nvSpPr>
          <p:cNvPr id="194" name="Google Shape;194;g3da72f3286c_0_144"/>
          <p:cNvSpPr/>
          <p:nvPr/>
        </p:nvSpPr>
        <p:spPr>
          <a:xfrm>
            <a:off x="98408" y="1896675"/>
            <a:ext cx="2230800" cy="21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4D8"/>
              </a:buClr>
              <a:buSzPts val="852"/>
              <a:buFont typeface="Calibri"/>
              <a:buNone/>
            </a:pPr>
            <a:r>
              <a:rPr b="1" i="0" lang="en-US" sz="851" u="none" cap="none" strike="noStrike">
                <a:solidFill>
                  <a:srgbClr val="00B4D8"/>
                </a:solidFill>
                <a:latin typeface="Times New Roman"/>
                <a:ea typeface="Times New Roman"/>
                <a:cs typeface="Times New Roman"/>
                <a:sym typeface="Times New Roman"/>
              </a:rPr>
              <a:t>Key observation</a:t>
            </a:r>
            <a:endParaRPr i="0" sz="851" u="none" cap="none" strike="noStrike">
              <a:solidFill>
                <a:srgbClr val="000000"/>
              </a:solidFill>
              <a:latin typeface="Times New Roman"/>
              <a:ea typeface="Times New Roman"/>
              <a:cs typeface="Times New Roman"/>
              <a:sym typeface="Times New Roman"/>
            </a:endParaRPr>
          </a:p>
        </p:txBody>
      </p:sp>
      <p:sp>
        <p:nvSpPr>
          <p:cNvPr id="195" name="Google Shape;195;g3da72f3286c_0_144"/>
          <p:cNvSpPr/>
          <p:nvPr/>
        </p:nvSpPr>
        <p:spPr>
          <a:xfrm>
            <a:off x="98408" y="2126288"/>
            <a:ext cx="2230800" cy="803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807"/>
              <a:buFont typeface="Calibri"/>
              <a:buNone/>
            </a:pPr>
            <a:r>
              <a:rPr lang="en-US" sz="807">
                <a:solidFill>
                  <a:schemeClr val="dk1"/>
                </a:solidFill>
                <a:latin typeface="Times New Roman"/>
                <a:ea typeface="Times New Roman"/>
                <a:cs typeface="Times New Roman"/>
                <a:sym typeface="Times New Roman"/>
              </a:rPr>
              <a:t>Both coins were flatlined near zero until 2020, simultaneously exploded in 2021 reaching all time highs, crashed together in 2022, and recovered together in 2024  the shapes of both lines are nearly identical across 9 years</a:t>
            </a:r>
            <a:endParaRPr i="0" sz="807" u="none" cap="none" strike="noStrike">
              <a:solidFill>
                <a:schemeClr val="dk1"/>
              </a:solidFill>
              <a:latin typeface="Times New Roman"/>
              <a:ea typeface="Times New Roman"/>
              <a:cs typeface="Times New Roman"/>
              <a:sym typeface="Times New Roman"/>
            </a:endParaRPr>
          </a:p>
        </p:txBody>
      </p:sp>
      <p:sp>
        <p:nvSpPr>
          <p:cNvPr id="196" name="Google Shape;196;g3da72f3286c_0_144"/>
          <p:cNvSpPr/>
          <p:nvPr/>
        </p:nvSpPr>
        <p:spPr>
          <a:xfrm>
            <a:off x="1" y="3028274"/>
            <a:ext cx="49200" cy="1131600"/>
          </a:xfrm>
          <a:prstGeom prst="rect">
            <a:avLst/>
          </a:prstGeom>
          <a:solidFill>
            <a:srgbClr val="F78166"/>
          </a:solidFill>
          <a:ln cap="flat" cmpd="sng" w="11400">
            <a:solidFill>
              <a:srgbClr val="F78166"/>
            </a:solidFill>
            <a:prstDash val="solid"/>
            <a:round/>
            <a:headEnd len="sm" w="sm" type="none"/>
            <a:tailEnd len="sm" w="sm" type="none"/>
          </a:ln>
        </p:spPr>
        <p:txBody>
          <a:bodyPr anchorCtr="0" anchor="ctr" bIns="82000" lIns="82000" spcFirstLastPara="1" rIns="82000" wrap="square" tIns="82000">
            <a:noAutofit/>
          </a:bodyPr>
          <a:lstStyle/>
          <a:p>
            <a:pPr indent="0" lvl="0" marL="0" rtl="0" algn="l">
              <a:spcBef>
                <a:spcPts val="0"/>
              </a:spcBef>
              <a:spcAft>
                <a:spcPts val="0"/>
              </a:spcAft>
              <a:buNone/>
            </a:pPr>
            <a:r>
              <a:t/>
            </a:r>
            <a:endParaRPr sz="1255">
              <a:latin typeface="Times New Roman"/>
              <a:ea typeface="Times New Roman"/>
              <a:cs typeface="Times New Roman"/>
              <a:sym typeface="Times New Roman"/>
            </a:endParaRPr>
          </a:p>
        </p:txBody>
      </p:sp>
      <p:sp>
        <p:nvSpPr>
          <p:cNvPr id="197" name="Google Shape;197;g3da72f3286c_0_144"/>
          <p:cNvSpPr/>
          <p:nvPr/>
        </p:nvSpPr>
        <p:spPr>
          <a:xfrm>
            <a:off x="98407" y="3044675"/>
            <a:ext cx="2230800" cy="21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8166"/>
              </a:buClr>
              <a:buSzPts val="852"/>
              <a:buFont typeface="Calibri"/>
              <a:buNone/>
            </a:pPr>
            <a:r>
              <a:rPr b="1" i="0" lang="en-US" sz="851" u="none" cap="none" strike="noStrike">
                <a:solidFill>
                  <a:srgbClr val="F78166"/>
                </a:solidFill>
                <a:latin typeface="Times New Roman"/>
                <a:ea typeface="Times New Roman"/>
                <a:cs typeface="Times New Roman"/>
                <a:sym typeface="Times New Roman"/>
              </a:rPr>
              <a:t>Critical insight</a:t>
            </a:r>
            <a:endParaRPr i="0" sz="851" u="none" cap="none" strike="noStrike">
              <a:solidFill>
                <a:srgbClr val="000000"/>
              </a:solidFill>
              <a:latin typeface="Times New Roman"/>
              <a:ea typeface="Times New Roman"/>
              <a:cs typeface="Times New Roman"/>
              <a:sym typeface="Times New Roman"/>
            </a:endParaRPr>
          </a:p>
        </p:txBody>
      </p:sp>
      <p:sp>
        <p:nvSpPr>
          <p:cNvPr id="198" name="Google Shape;198;g3da72f3286c_0_144"/>
          <p:cNvSpPr/>
          <p:nvPr/>
        </p:nvSpPr>
        <p:spPr>
          <a:xfrm>
            <a:off x="98407" y="3274288"/>
            <a:ext cx="2230800" cy="803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807"/>
              <a:buFont typeface="Calibri"/>
              <a:buNone/>
            </a:pPr>
            <a:r>
              <a:rPr lang="en-US" sz="807">
                <a:solidFill>
                  <a:schemeClr val="dk1"/>
                </a:solidFill>
                <a:latin typeface="Times New Roman"/>
                <a:ea typeface="Times New Roman"/>
                <a:cs typeface="Times New Roman"/>
                <a:sym typeface="Times New Roman"/>
              </a:rPr>
              <a:t>ETH in 2021 briefly outperformed BTC  the orange line crossed above suggesting ETH has moments of independent momentum, but always returns to following BTC's direction</a:t>
            </a:r>
            <a:endParaRPr i="0" sz="807"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g3da72f3286c_0_169"/>
          <p:cNvSpPr/>
          <p:nvPr/>
        </p:nvSpPr>
        <p:spPr>
          <a:xfrm>
            <a:off x="1940673" y="2461694"/>
            <a:ext cx="2137200" cy="681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682"/>
              <a:buFont typeface="Calibri"/>
              <a:buNone/>
            </a:pPr>
            <a:r>
              <a:t/>
            </a:r>
            <a:endParaRPr i="0" sz="681" u="none" cap="none" strike="noStrike">
              <a:solidFill>
                <a:schemeClr val="dk1"/>
              </a:solidFill>
              <a:latin typeface="Times New Roman"/>
              <a:ea typeface="Times New Roman"/>
              <a:cs typeface="Times New Roman"/>
              <a:sym typeface="Times New Roman"/>
            </a:endParaRPr>
          </a:p>
        </p:txBody>
      </p:sp>
      <p:pic>
        <p:nvPicPr>
          <p:cNvPr id="205" name="Google Shape;205;g3da72f3286c_0_169" title="Screenshot 2026-03-26 at 6.14.39 PM.png"/>
          <p:cNvPicPr preferRelativeResize="0"/>
          <p:nvPr/>
        </p:nvPicPr>
        <p:blipFill>
          <a:blip r:embed="rId3">
            <a:alphaModFix/>
          </a:blip>
          <a:stretch>
            <a:fillRect/>
          </a:stretch>
        </p:blipFill>
        <p:spPr>
          <a:xfrm>
            <a:off x="2657700" y="625625"/>
            <a:ext cx="6376428" cy="3985251"/>
          </a:xfrm>
          <a:prstGeom prst="rect">
            <a:avLst/>
          </a:prstGeom>
          <a:noFill/>
          <a:ln>
            <a:noFill/>
          </a:ln>
        </p:spPr>
      </p:pic>
      <p:sp>
        <p:nvSpPr>
          <p:cNvPr id="206" name="Google Shape;206;g3da72f3286c_0_169"/>
          <p:cNvSpPr/>
          <p:nvPr/>
        </p:nvSpPr>
        <p:spPr>
          <a:xfrm>
            <a:off x="-1" y="748674"/>
            <a:ext cx="49200" cy="1131600"/>
          </a:xfrm>
          <a:prstGeom prst="rect">
            <a:avLst/>
          </a:prstGeom>
          <a:solidFill>
            <a:srgbClr val="1F6FEB"/>
          </a:solidFill>
          <a:ln cap="flat" cmpd="sng" w="11400">
            <a:solidFill>
              <a:srgbClr val="1F6FEB"/>
            </a:solidFill>
            <a:prstDash val="solid"/>
            <a:round/>
            <a:headEnd len="sm" w="sm" type="none"/>
            <a:tailEnd len="sm" w="sm" type="none"/>
          </a:ln>
        </p:spPr>
        <p:txBody>
          <a:bodyPr anchorCtr="0" anchor="ctr" bIns="82000" lIns="82000" spcFirstLastPara="1" rIns="82000" wrap="square" tIns="82000">
            <a:noAutofit/>
          </a:bodyPr>
          <a:lstStyle/>
          <a:p>
            <a:pPr indent="0" lvl="0" marL="0" rtl="0" algn="l">
              <a:spcBef>
                <a:spcPts val="0"/>
              </a:spcBef>
              <a:spcAft>
                <a:spcPts val="0"/>
              </a:spcAft>
              <a:buNone/>
            </a:pPr>
            <a:r>
              <a:t/>
            </a:r>
            <a:endParaRPr sz="1255">
              <a:latin typeface="Times New Roman"/>
              <a:ea typeface="Times New Roman"/>
              <a:cs typeface="Times New Roman"/>
              <a:sym typeface="Times New Roman"/>
            </a:endParaRPr>
          </a:p>
        </p:txBody>
      </p:sp>
      <p:sp>
        <p:nvSpPr>
          <p:cNvPr id="207" name="Google Shape;207;g3da72f3286c_0_169"/>
          <p:cNvSpPr/>
          <p:nvPr/>
        </p:nvSpPr>
        <p:spPr>
          <a:xfrm>
            <a:off x="98411" y="765076"/>
            <a:ext cx="2230800" cy="21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FEB"/>
              </a:buClr>
              <a:buSzPts val="852"/>
              <a:buFont typeface="Calibri"/>
              <a:buNone/>
            </a:pPr>
            <a:r>
              <a:rPr b="1" i="0" lang="en-US" sz="852" u="none" cap="none" strike="noStrike">
                <a:solidFill>
                  <a:srgbClr val="1F6FEB"/>
                </a:solidFill>
                <a:latin typeface="Times New Roman"/>
                <a:ea typeface="Times New Roman"/>
                <a:cs typeface="Times New Roman"/>
                <a:sym typeface="Times New Roman"/>
              </a:rPr>
              <a:t>What it shows</a:t>
            </a:r>
            <a:endParaRPr i="0" sz="852" u="none" cap="none" strike="noStrike">
              <a:solidFill>
                <a:srgbClr val="000000"/>
              </a:solidFill>
              <a:latin typeface="Times New Roman"/>
              <a:ea typeface="Times New Roman"/>
              <a:cs typeface="Times New Roman"/>
              <a:sym typeface="Times New Roman"/>
            </a:endParaRPr>
          </a:p>
        </p:txBody>
      </p:sp>
      <p:sp>
        <p:nvSpPr>
          <p:cNvPr id="208" name="Google Shape;208;g3da72f3286c_0_169"/>
          <p:cNvSpPr/>
          <p:nvPr/>
        </p:nvSpPr>
        <p:spPr>
          <a:xfrm>
            <a:off x="98411" y="994699"/>
            <a:ext cx="2230800" cy="803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8B949E"/>
              </a:buClr>
              <a:buSzPts val="682"/>
              <a:buFont typeface="Calibri"/>
              <a:buNone/>
            </a:pPr>
            <a:r>
              <a:rPr lang="en-US" sz="800">
                <a:solidFill>
                  <a:schemeClr val="dk1"/>
                </a:solidFill>
                <a:latin typeface="Times New Roman"/>
                <a:ea typeface="Times New Roman"/>
                <a:cs typeface="Times New Roman"/>
                <a:sym typeface="Times New Roman"/>
              </a:rPr>
              <a:t>Each dot represents one month  X axis is BTC price, Y axis is ETH price with a linear trend line fitted across all data points</a:t>
            </a:r>
            <a:endParaRPr sz="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rgbClr val="8B949E"/>
              </a:buClr>
              <a:buSzPts val="807"/>
              <a:buFont typeface="Calibri"/>
              <a:buNone/>
            </a:pPr>
            <a:r>
              <a:t/>
            </a:r>
            <a:endParaRPr sz="800">
              <a:solidFill>
                <a:schemeClr val="dk1"/>
              </a:solidFill>
              <a:latin typeface="Times New Roman"/>
              <a:ea typeface="Times New Roman"/>
              <a:cs typeface="Times New Roman"/>
              <a:sym typeface="Times New Roman"/>
            </a:endParaRPr>
          </a:p>
        </p:txBody>
      </p:sp>
      <p:sp>
        <p:nvSpPr>
          <p:cNvPr id="209" name="Google Shape;209;g3da72f3286c_0_169"/>
          <p:cNvSpPr/>
          <p:nvPr/>
        </p:nvSpPr>
        <p:spPr>
          <a:xfrm>
            <a:off x="1" y="1880274"/>
            <a:ext cx="49200" cy="1131600"/>
          </a:xfrm>
          <a:prstGeom prst="rect">
            <a:avLst/>
          </a:prstGeom>
          <a:solidFill>
            <a:srgbClr val="00B4D8"/>
          </a:solidFill>
          <a:ln cap="flat" cmpd="sng" w="11400">
            <a:solidFill>
              <a:srgbClr val="00B4D8"/>
            </a:solidFill>
            <a:prstDash val="solid"/>
            <a:round/>
            <a:headEnd len="sm" w="sm" type="none"/>
            <a:tailEnd len="sm" w="sm" type="none"/>
          </a:ln>
        </p:spPr>
        <p:txBody>
          <a:bodyPr anchorCtr="0" anchor="ctr" bIns="82000" lIns="82000" spcFirstLastPara="1" rIns="82000" wrap="square" tIns="82000">
            <a:noAutofit/>
          </a:bodyPr>
          <a:lstStyle/>
          <a:p>
            <a:pPr indent="0" lvl="0" marL="0" rtl="0" algn="l">
              <a:spcBef>
                <a:spcPts val="0"/>
              </a:spcBef>
              <a:spcAft>
                <a:spcPts val="0"/>
              </a:spcAft>
              <a:buNone/>
            </a:pPr>
            <a:r>
              <a:t/>
            </a:r>
            <a:endParaRPr sz="1255">
              <a:latin typeface="Times New Roman"/>
              <a:ea typeface="Times New Roman"/>
              <a:cs typeface="Times New Roman"/>
              <a:sym typeface="Times New Roman"/>
            </a:endParaRPr>
          </a:p>
        </p:txBody>
      </p:sp>
      <p:sp>
        <p:nvSpPr>
          <p:cNvPr id="210" name="Google Shape;210;g3da72f3286c_0_169"/>
          <p:cNvSpPr/>
          <p:nvPr/>
        </p:nvSpPr>
        <p:spPr>
          <a:xfrm>
            <a:off x="98408" y="1896675"/>
            <a:ext cx="2230800" cy="21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4D8"/>
              </a:buClr>
              <a:buSzPts val="852"/>
              <a:buFont typeface="Calibri"/>
              <a:buNone/>
            </a:pPr>
            <a:r>
              <a:rPr b="1" i="0" lang="en-US" sz="851" u="none" cap="none" strike="noStrike">
                <a:solidFill>
                  <a:srgbClr val="00B4D8"/>
                </a:solidFill>
                <a:latin typeface="Times New Roman"/>
                <a:ea typeface="Times New Roman"/>
                <a:cs typeface="Times New Roman"/>
                <a:sym typeface="Times New Roman"/>
              </a:rPr>
              <a:t>Key observation</a:t>
            </a:r>
            <a:endParaRPr i="0" sz="851" u="none" cap="none" strike="noStrike">
              <a:solidFill>
                <a:srgbClr val="000000"/>
              </a:solidFill>
              <a:latin typeface="Times New Roman"/>
              <a:ea typeface="Times New Roman"/>
              <a:cs typeface="Times New Roman"/>
              <a:sym typeface="Times New Roman"/>
            </a:endParaRPr>
          </a:p>
        </p:txBody>
      </p:sp>
      <p:sp>
        <p:nvSpPr>
          <p:cNvPr id="211" name="Google Shape;211;g3da72f3286c_0_169"/>
          <p:cNvSpPr/>
          <p:nvPr/>
        </p:nvSpPr>
        <p:spPr>
          <a:xfrm>
            <a:off x="98408" y="2126288"/>
            <a:ext cx="2230800" cy="803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8B949E"/>
              </a:buClr>
              <a:buSzPts val="682"/>
              <a:buFont typeface="Calibri"/>
              <a:buNone/>
            </a:pPr>
            <a:r>
              <a:rPr lang="en-US" sz="800">
                <a:solidFill>
                  <a:schemeClr val="dk1"/>
                </a:solidFill>
                <a:latin typeface="Times New Roman"/>
                <a:ea typeface="Times New Roman"/>
                <a:cs typeface="Times New Roman"/>
                <a:sym typeface="Times New Roman"/>
              </a:rPr>
              <a:t> Dots cluster tightly along an upward diagonal trend line with almost no horizontal or vertical outliers  green dots (early years) sit bottom left, yellow dots (2021) jump to upper right, confirming both moved up together</a:t>
            </a:r>
            <a:endParaRPr sz="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rgbClr val="8B949E"/>
              </a:buClr>
              <a:buSzPts val="807"/>
              <a:buFont typeface="Calibri"/>
              <a:buNone/>
            </a:pPr>
            <a:r>
              <a:t/>
            </a:r>
            <a:endParaRPr sz="800">
              <a:solidFill>
                <a:schemeClr val="dk1"/>
              </a:solidFill>
              <a:latin typeface="Times New Roman"/>
              <a:ea typeface="Times New Roman"/>
              <a:cs typeface="Times New Roman"/>
              <a:sym typeface="Times New Roman"/>
            </a:endParaRPr>
          </a:p>
        </p:txBody>
      </p:sp>
      <p:sp>
        <p:nvSpPr>
          <p:cNvPr id="212" name="Google Shape;212;g3da72f3286c_0_169"/>
          <p:cNvSpPr/>
          <p:nvPr/>
        </p:nvSpPr>
        <p:spPr>
          <a:xfrm>
            <a:off x="1" y="3028274"/>
            <a:ext cx="49200" cy="1131600"/>
          </a:xfrm>
          <a:prstGeom prst="rect">
            <a:avLst/>
          </a:prstGeom>
          <a:solidFill>
            <a:srgbClr val="F78166"/>
          </a:solidFill>
          <a:ln cap="flat" cmpd="sng" w="11400">
            <a:solidFill>
              <a:srgbClr val="F78166"/>
            </a:solidFill>
            <a:prstDash val="solid"/>
            <a:round/>
            <a:headEnd len="sm" w="sm" type="none"/>
            <a:tailEnd len="sm" w="sm" type="none"/>
          </a:ln>
        </p:spPr>
        <p:txBody>
          <a:bodyPr anchorCtr="0" anchor="ctr" bIns="82000" lIns="82000" spcFirstLastPara="1" rIns="82000" wrap="square" tIns="82000">
            <a:noAutofit/>
          </a:bodyPr>
          <a:lstStyle/>
          <a:p>
            <a:pPr indent="0" lvl="0" marL="0" rtl="0" algn="l">
              <a:spcBef>
                <a:spcPts val="0"/>
              </a:spcBef>
              <a:spcAft>
                <a:spcPts val="0"/>
              </a:spcAft>
              <a:buNone/>
            </a:pPr>
            <a:r>
              <a:t/>
            </a:r>
            <a:endParaRPr sz="1255">
              <a:latin typeface="Times New Roman"/>
              <a:ea typeface="Times New Roman"/>
              <a:cs typeface="Times New Roman"/>
              <a:sym typeface="Times New Roman"/>
            </a:endParaRPr>
          </a:p>
        </p:txBody>
      </p:sp>
      <p:sp>
        <p:nvSpPr>
          <p:cNvPr id="213" name="Google Shape;213;g3da72f3286c_0_169"/>
          <p:cNvSpPr/>
          <p:nvPr/>
        </p:nvSpPr>
        <p:spPr>
          <a:xfrm>
            <a:off x="98407" y="3044675"/>
            <a:ext cx="2230800" cy="21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8166"/>
              </a:buClr>
              <a:buSzPts val="852"/>
              <a:buFont typeface="Calibri"/>
              <a:buNone/>
            </a:pPr>
            <a:r>
              <a:rPr b="1" i="0" lang="en-US" sz="851" u="none" cap="none" strike="noStrike">
                <a:solidFill>
                  <a:srgbClr val="F78166"/>
                </a:solidFill>
                <a:latin typeface="Times New Roman"/>
                <a:ea typeface="Times New Roman"/>
                <a:cs typeface="Times New Roman"/>
                <a:sym typeface="Times New Roman"/>
              </a:rPr>
              <a:t>Critical insight</a:t>
            </a:r>
            <a:endParaRPr i="0" sz="851" u="none" cap="none" strike="noStrike">
              <a:solidFill>
                <a:srgbClr val="000000"/>
              </a:solidFill>
              <a:latin typeface="Times New Roman"/>
              <a:ea typeface="Times New Roman"/>
              <a:cs typeface="Times New Roman"/>
              <a:sym typeface="Times New Roman"/>
            </a:endParaRPr>
          </a:p>
        </p:txBody>
      </p:sp>
      <p:sp>
        <p:nvSpPr>
          <p:cNvPr id="214" name="Google Shape;214;g3da72f3286c_0_169"/>
          <p:cNvSpPr/>
          <p:nvPr/>
        </p:nvSpPr>
        <p:spPr>
          <a:xfrm>
            <a:off x="98407" y="3274288"/>
            <a:ext cx="2230800" cy="803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8B949E"/>
              </a:buClr>
              <a:buSzPts val="682"/>
              <a:buFont typeface="Calibri"/>
              <a:buNone/>
            </a:pPr>
            <a:r>
              <a:rPr lang="en-US" sz="800">
                <a:solidFill>
                  <a:schemeClr val="dk1"/>
                </a:solidFill>
                <a:latin typeface="Times New Roman"/>
                <a:ea typeface="Times New Roman"/>
                <a:cs typeface="Times New Roman"/>
                <a:sym typeface="Times New Roman"/>
              </a:rPr>
              <a:t>The trend line never flattens or curves downward  meaning there is no price level at which BTC and ETH stopped moving together. The relationship is consistent across all market conditions from bear to bull</a:t>
            </a:r>
            <a:endParaRPr sz="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rgbClr val="8B949E"/>
              </a:buClr>
              <a:buSzPts val="807"/>
              <a:buFont typeface="Calibri"/>
              <a:buNone/>
            </a:pPr>
            <a:r>
              <a:t/>
            </a:r>
            <a:endParaRPr sz="80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g3da72f3286c_0_109"/>
          <p:cNvSpPr/>
          <p:nvPr/>
        </p:nvSpPr>
        <p:spPr>
          <a:xfrm>
            <a:off x="-1" y="807299"/>
            <a:ext cx="49200" cy="1131600"/>
          </a:xfrm>
          <a:prstGeom prst="rect">
            <a:avLst/>
          </a:prstGeom>
          <a:solidFill>
            <a:srgbClr val="1F6FEB"/>
          </a:solidFill>
          <a:ln cap="flat" cmpd="sng" w="11400">
            <a:solidFill>
              <a:srgbClr val="1F6FEB"/>
            </a:solidFill>
            <a:prstDash val="solid"/>
            <a:round/>
            <a:headEnd len="sm" w="sm" type="none"/>
            <a:tailEnd len="sm" w="sm" type="none"/>
          </a:ln>
        </p:spPr>
        <p:txBody>
          <a:bodyPr anchorCtr="0" anchor="ctr" bIns="82000" lIns="82000" spcFirstLastPara="1" rIns="82000" wrap="square" tIns="82000">
            <a:noAutofit/>
          </a:bodyPr>
          <a:lstStyle/>
          <a:p>
            <a:pPr indent="0" lvl="0" marL="0" rtl="0" algn="l">
              <a:spcBef>
                <a:spcPts val="0"/>
              </a:spcBef>
              <a:spcAft>
                <a:spcPts val="0"/>
              </a:spcAft>
              <a:buNone/>
            </a:pPr>
            <a:r>
              <a:t/>
            </a:r>
            <a:endParaRPr sz="1255">
              <a:latin typeface="Times New Roman"/>
              <a:ea typeface="Times New Roman"/>
              <a:cs typeface="Times New Roman"/>
              <a:sym typeface="Times New Roman"/>
            </a:endParaRPr>
          </a:p>
        </p:txBody>
      </p:sp>
      <p:sp>
        <p:nvSpPr>
          <p:cNvPr id="221" name="Google Shape;221;g3da72f3286c_0_109"/>
          <p:cNvSpPr/>
          <p:nvPr/>
        </p:nvSpPr>
        <p:spPr>
          <a:xfrm>
            <a:off x="98411" y="823701"/>
            <a:ext cx="2230800" cy="21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FEB"/>
              </a:buClr>
              <a:buSzPts val="852"/>
              <a:buFont typeface="Calibri"/>
              <a:buNone/>
            </a:pPr>
            <a:r>
              <a:rPr b="1" i="0" lang="en-US" sz="852" u="none" cap="none" strike="noStrike">
                <a:solidFill>
                  <a:srgbClr val="1F6FEB"/>
                </a:solidFill>
                <a:latin typeface="Times New Roman"/>
                <a:ea typeface="Times New Roman"/>
                <a:cs typeface="Times New Roman"/>
                <a:sym typeface="Times New Roman"/>
              </a:rPr>
              <a:t>What it shows</a:t>
            </a:r>
            <a:endParaRPr i="0" sz="852" u="none" cap="none" strike="noStrike">
              <a:solidFill>
                <a:srgbClr val="000000"/>
              </a:solidFill>
              <a:latin typeface="Times New Roman"/>
              <a:ea typeface="Times New Roman"/>
              <a:cs typeface="Times New Roman"/>
              <a:sym typeface="Times New Roman"/>
            </a:endParaRPr>
          </a:p>
        </p:txBody>
      </p:sp>
      <p:sp>
        <p:nvSpPr>
          <p:cNvPr id="222" name="Google Shape;222;g3da72f3286c_0_109"/>
          <p:cNvSpPr/>
          <p:nvPr/>
        </p:nvSpPr>
        <p:spPr>
          <a:xfrm>
            <a:off x="98411" y="1053324"/>
            <a:ext cx="2230800" cy="803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807"/>
              <a:buFont typeface="Calibri"/>
              <a:buNone/>
            </a:pPr>
            <a:r>
              <a:rPr lang="en-US" sz="807">
                <a:solidFill>
                  <a:schemeClr val="dk1"/>
                </a:solidFill>
                <a:latin typeface="Times New Roman"/>
                <a:ea typeface="Times New Roman"/>
                <a:cs typeface="Times New Roman"/>
                <a:sym typeface="Times New Roman"/>
              </a:rPr>
              <a:t>A line tracking the 30-day rolling correlation coefficient between BTC and ETH prices over time ranging from -1 (opposite movement) to +1 (perfect co-movement) with a reference line at 0.8 marking the strong correlation threshold</a:t>
            </a:r>
            <a:endParaRPr i="0" sz="807" u="none" cap="none" strike="noStrike">
              <a:solidFill>
                <a:schemeClr val="dk1"/>
              </a:solidFill>
              <a:latin typeface="Times New Roman"/>
              <a:ea typeface="Times New Roman"/>
              <a:cs typeface="Times New Roman"/>
              <a:sym typeface="Times New Roman"/>
            </a:endParaRPr>
          </a:p>
        </p:txBody>
      </p:sp>
      <p:sp>
        <p:nvSpPr>
          <p:cNvPr id="223" name="Google Shape;223;g3da72f3286c_0_109"/>
          <p:cNvSpPr/>
          <p:nvPr/>
        </p:nvSpPr>
        <p:spPr>
          <a:xfrm>
            <a:off x="1" y="1938899"/>
            <a:ext cx="49200" cy="1131600"/>
          </a:xfrm>
          <a:prstGeom prst="rect">
            <a:avLst/>
          </a:prstGeom>
          <a:solidFill>
            <a:srgbClr val="00B4D8"/>
          </a:solidFill>
          <a:ln cap="flat" cmpd="sng" w="11400">
            <a:solidFill>
              <a:srgbClr val="00B4D8"/>
            </a:solidFill>
            <a:prstDash val="solid"/>
            <a:round/>
            <a:headEnd len="sm" w="sm" type="none"/>
            <a:tailEnd len="sm" w="sm" type="none"/>
          </a:ln>
        </p:spPr>
        <p:txBody>
          <a:bodyPr anchorCtr="0" anchor="ctr" bIns="82000" lIns="82000" spcFirstLastPara="1" rIns="82000" wrap="square" tIns="82000">
            <a:noAutofit/>
          </a:bodyPr>
          <a:lstStyle/>
          <a:p>
            <a:pPr indent="0" lvl="0" marL="0" rtl="0" algn="l">
              <a:spcBef>
                <a:spcPts val="0"/>
              </a:spcBef>
              <a:spcAft>
                <a:spcPts val="0"/>
              </a:spcAft>
              <a:buNone/>
            </a:pPr>
            <a:r>
              <a:t/>
            </a:r>
            <a:endParaRPr sz="1255">
              <a:latin typeface="Times New Roman"/>
              <a:ea typeface="Times New Roman"/>
              <a:cs typeface="Times New Roman"/>
              <a:sym typeface="Times New Roman"/>
            </a:endParaRPr>
          </a:p>
        </p:txBody>
      </p:sp>
      <p:sp>
        <p:nvSpPr>
          <p:cNvPr id="224" name="Google Shape;224;g3da72f3286c_0_109"/>
          <p:cNvSpPr/>
          <p:nvPr/>
        </p:nvSpPr>
        <p:spPr>
          <a:xfrm>
            <a:off x="98408" y="1955300"/>
            <a:ext cx="2230800" cy="21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4D8"/>
              </a:buClr>
              <a:buSzPts val="852"/>
              <a:buFont typeface="Calibri"/>
              <a:buNone/>
            </a:pPr>
            <a:r>
              <a:rPr b="1" i="0" lang="en-US" sz="851" u="none" cap="none" strike="noStrike">
                <a:solidFill>
                  <a:srgbClr val="00B4D8"/>
                </a:solidFill>
                <a:latin typeface="Times New Roman"/>
                <a:ea typeface="Times New Roman"/>
                <a:cs typeface="Times New Roman"/>
                <a:sym typeface="Times New Roman"/>
              </a:rPr>
              <a:t>Key observation</a:t>
            </a:r>
            <a:endParaRPr i="0" sz="851" u="none" cap="none" strike="noStrike">
              <a:solidFill>
                <a:srgbClr val="000000"/>
              </a:solidFill>
              <a:latin typeface="Times New Roman"/>
              <a:ea typeface="Times New Roman"/>
              <a:cs typeface="Times New Roman"/>
              <a:sym typeface="Times New Roman"/>
            </a:endParaRPr>
          </a:p>
        </p:txBody>
      </p:sp>
      <p:sp>
        <p:nvSpPr>
          <p:cNvPr id="225" name="Google Shape;225;g3da72f3286c_0_109"/>
          <p:cNvSpPr/>
          <p:nvPr/>
        </p:nvSpPr>
        <p:spPr>
          <a:xfrm>
            <a:off x="98408" y="2184913"/>
            <a:ext cx="2230800" cy="803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807"/>
              <a:buFont typeface="Calibri"/>
              <a:buNone/>
            </a:pPr>
            <a:r>
              <a:rPr lang="en-US" sz="807">
                <a:solidFill>
                  <a:schemeClr val="dk1"/>
                </a:solidFill>
                <a:latin typeface="Times New Roman"/>
                <a:ea typeface="Times New Roman"/>
                <a:cs typeface="Times New Roman"/>
                <a:sym typeface="Times New Roman"/>
              </a:rPr>
              <a:t>Correlation started deeply negative in 2016 (-1.0), was volatile through 2017-2019, then crossed the 0.8 threshold permanently around 2020 and has largely stayed above it with one significant dip in 2022 during the Terra/Luna and FTX collapse</a:t>
            </a:r>
            <a:endParaRPr i="0" sz="807" u="none" cap="none" strike="noStrike">
              <a:solidFill>
                <a:schemeClr val="dk1"/>
              </a:solidFill>
              <a:latin typeface="Times New Roman"/>
              <a:ea typeface="Times New Roman"/>
              <a:cs typeface="Times New Roman"/>
              <a:sym typeface="Times New Roman"/>
            </a:endParaRPr>
          </a:p>
        </p:txBody>
      </p:sp>
      <p:sp>
        <p:nvSpPr>
          <p:cNvPr id="226" name="Google Shape;226;g3da72f3286c_0_109"/>
          <p:cNvSpPr/>
          <p:nvPr/>
        </p:nvSpPr>
        <p:spPr>
          <a:xfrm>
            <a:off x="1" y="3086899"/>
            <a:ext cx="49200" cy="1131600"/>
          </a:xfrm>
          <a:prstGeom prst="rect">
            <a:avLst/>
          </a:prstGeom>
          <a:solidFill>
            <a:srgbClr val="F78166"/>
          </a:solidFill>
          <a:ln cap="flat" cmpd="sng" w="11400">
            <a:solidFill>
              <a:srgbClr val="F78166"/>
            </a:solidFill>
            <a:prstDash val="solid"/>
            <a:round/>
            <a:headEnd len="sm" w="sm" type="none"/>
            <a:tailEnd len="sm" w="sm" type="none"/>
          </a:ln>
        </p:spPr>
        <p:txBody>
          <a:bodyPr anchorCtr="0" anchor="ctr" bIns="82000" lIns="82000" spcFirstLastPara="1" rIns="82000" wrap="square" tIns="82000">
            <a:noAutofit/>
          </a:bodyPr>
          <a:lstStyle/>
          <a:p>
            <a:pPr indent="0" lvl="0" marL="0" rtl="0" algn="l">
              <a:spcBef>
                <a:spcPts val="0"/>
              </a:spcBef>
              <a:spcAft>
                <a:spcPts val="0"/>
              </a:spcAft>
              <a:buNone/>
            </a:pPr>
            <a:r>
              <a:t/>
            </a:r>
            <a:endParaRPr sz="1255">
              <a:latin typeface="Times New Roman"/>
              <a:ea typeface="Times New Roman"/>
              <a:cs typeface="Times New Roman"/>
              <a:sym typeface="Times New Roman"/>
            </a:endParaRPr>
          </a:p>
        </p:txBody>
      </p:sp>
      <p:sp>
        <p:nvSpPr>
          <p:cNvPr id="227" name="Google Shape;227;g3da72f3286c_0_109"/>
          <p:cNvSpPr/>
          <p:nvPr/>
        </p:nvSpPr>
        <p:spPr>
          <a:xfrm>
            <a:off x="98407" y="3103300"/>
            <a:ext cx="2230800" cy="21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8166"/>
              </a:buClr>
              <a:buSzPts val="852"/>
              <a:buFont typeface="Calibri"/>
              <a:buNone/>
            </a:pPr>
            <a:r>
              <a:rPr b="1" i="0" lang="en-US" sz="851" u="none" cap="none" strike="noStrike">
                <a:solidFill>
                  <a:srgbClr val="F78166"/>
                </a:solidFill>
                <a:latin typeface="Times New Roman"/>
                <a:ea typeface="Times New Roman"/>
                <a:cs typeface="Times New Roman"/>
                <a:sym typeface="Times New Roman"/>
              </a:rPr>
              <a:t>Critical insight</a:t>
            </a:r>
            <a:endParaRPr i="0" sz="851" u="none" cap="none" strike="noStrike">
              <a:solidFill>
                <a:srgbClr val="000000"/>
              </a:solidFill>
              <a:latin typeface="Times New Roman"/>
              <a:ea typeface="Times New Roman"/>
              <a:cs typeface="Times New Roman"/>
              <a:sym typeface="Times New Roman"/>
            </a:endParaRPr>
          </a:p>
        </p:txBody>
      </p:sp>
      <p:sp>
        <p:nvSpPr>
          <p:cNvPr id="228" name="Google Shape;228;g3da72f3286c_0_109"/>
          <p:cNvSpPr/>
          <p:nvPr/>
        </p:nvSpPr>
        <p:spPr>
          <a:xfrm>
            <a:off x="98407" y="3332913"/>
            <a:ext cx="2230800" cy="803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807"/>
              <a:buFont typeface="Calibri"/>
              <a:buNone/>
            </a:pPr>
            <a:r>
              <a:rPr lang="en-US" sz="807">
                <a:solidFill>
                  <a:schemeClr val="dk1"/>
                </a:solidFill>
                <a:latin typeface="Times New Roman"/>
                <a:ea typeface="Times New Roman"/>
                <a:cs typeface="Times New Roman"/>
                <a:sym typeface="Times New Roman"/>
              </a:rPr>
              <a:t>Correlation was not always high  it was built gradually as institutional investors entered the market post-2020 and began treating all crypto as a single asset class. The 2022 dip proves it can break down but only temporarily during extreme systemic shocks</a:t>
            </a:r>
            <a:endParaRPr i="0" sz="807" u="none" cap="none" strike="noStrike">
              <a:solidFill>
                <a:schemeClr val="dk1"/>
              </a:solidFill>
              <a:latin typeface="Times New Roman"/>
              <a:ea typeface="Times New Roman"/>
              <a:cs typeface="Times New Roman"/>
              <a:sym typeface="Times New Roman"/>
            </a:endParaRPr>
          </a:p>
        </p:txBody>
      </p:sp>
      <p:pic>
        <p:nvPicPr>
          <p:cNvPr id="229" name="Google Shape;229;g3da72f3286c_0_109" title="Screenshot 2026-03-26 at 6.19.33 PM.png"/>
          <p:cNvPicPr preferRelativeResize="0"/>
          <p:nvPr/>
        </p:nvPicPr>
        <p:blipFill>
          <a:blip r:embed="rId3">
            <a:alphaModFix/>
          </a:blip>
          <a:stretch>
            <a:fillRect/>
          </a:stretch>
        </p:blipFill>
        <p:spPr>
          <a:xfrm>
            <a:off x="2548000" y="666012"/>
            <a:ext cx="6390277" cy="39939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g3da72f3286c_0_206"/>
          <p:cNvSpPr/>
          <p:nvPr/>
        </p:nvSpPr>
        <p:spPr>
          <a:xfrm>
            <a:off x="-1" y="807299"/>
            <a:ext cx="49200" cy="1131600"/>
          </a:xfrm>
          <a:prstGeom prst="rect">
            <a:avLst/>
          </a:prstGeom>
          <a:solidFill>
            <a:srgbClr val="1F6FEB"/>
          </a:solidFill>
          <a:ln cap="flat" cmpd="sng" w="11400">
            <a:solidFill>
              <a:srgbClr val="1F6FEB"/>
            </a:solidFill>
            <a:prstDash val="solid"/>
            <a:round/>
            <a:headEnd len="sm" w="sm" type="none"/>
            <a:tailEnd len="sm" w="sm" type="none"/>
          </a:ln>
        </p:spPr>
        <p:txBody>
          <a:bodyPr anchorCtr="0" anchor="ctr" bIns="82000" lIns="82000" spcFirstLastPara="1" rIns="82000" wrap="square" tIns="82000">
            <a:noAutofit/>
          </a:bodyPr>
          <a:lstStyle/>
          <a:p>
            <a:pPr indent="0" lvl="0" marL="0" rtl="0" algn="l">
              <a:spcBef>
                <a:spcPts val="0"/>
              </a:spcBef>
              <a:spcAft>
                <a:spcPts val="0"/>
              </a:spcAft>
              <a:buNone/>
            </a:pPr>
            <a:r>
              <a:t/>
            </a:r>
            <a:endParaRPr sz="1255">
              <a:latin typeface="Times New Roman"/>
              <a:ea typeface="Times New Roman"/>
              <a:cs typeface="Times New Roman"/>
              <a:sym typeface="Times New Roman"/>
            </a:endParaRPr>
          </a:p>
        </p:txBody>
      </p:sp>
      <p:sp>
        <p:nvSpPr>
          <p:cNvPr id="236" name="Google Shape;236;g3da72f3286c_0_206"/>
          <p:cNvSpPr/>
          <p:nvPr/>
        </p:nvSpPr>
        <p:spPr>
          <a:xfrm>
            <a:off x="98411" y="823701"/>
            <a:ext cx="2230800" cy="21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6FEB"/>
              </a:buClr>
              <a:buSzPts val="852"/>
              <a:buFont typeface="Calibri"/>
              <a:buNone/>
            </a:pPr>
            <a:r>
              <a:rPr b="1" i="0" lang="en-US" sz="852" u="none" cap="none" strike="noStrike">
                <a:solidFill>
                  <a:srgbClr val="1F6FEB"/>
                </a:solidFill>
                <a:latin typeface="Times New Roman"/>
                <a:ea typeface="Times New Roman"/>
                <a:cs typeface="Times New Roman"/>
                <a:sym typeface="Times New Roman"/>
              </a:rPr>
              <a:t>What it shows</a:t>
            </a:r>
            <a:endParaRPr i="0" sz="852" u="none" cap="none" strike="noStrike">
              <a:solidFill>
                <a:srgbClr val="000000"/>
              </a:solidFill>
              <a:latin typeface="Times New Roman"/>
              <a:ea typeface="Times New Roman"/>
              <a:cs typeface="Times New Roman"/>
              <a:sym typeface="Times New Roman"/>
            </a:endParaRPr>
          </a:p>
        </p:txBody>
      </p:sp>
      <p:sp>
        <p:nvSpPr>
          <p:cNvPr id="237" name="Google Shape;237;g3da72f3286c_0_206"/>
          <p:cNvSpPr/>
          <p:nvPr/>
        </p:nvSpPr>
        <p:spPr>
          <a:xfrm>
            <a:off x="98411" y="1053324"/>
            <a:ext cx="2230800" cy="803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807"/>
              <a:buFont typeface="Calibri"/>
              <a:buNone/>
            </a:pPr>
            <a:r>
              <a:rPr lang="en-US" sz="807">
                <a:solidFill>
                  <a:schemeClr val="dk1"/>
                </a:solidFill>
                <a:latin typeface="Times New Roman"/>
                <a:ea typeface="Times New Roman"/>
                <a:cs typeface="Times New Roman"/>
                <a:sym typeface="Times New Roman"/>
              </a:rPr>
              <a:t>A matrix of correlation values by month and year  deep blue means strong positive correlation (close to 1.0), red means negative or weak correlation, beige means insufficient data allowing you to pinpoint exactly when and for how long correlation broke down</a:t>
            </a:r>
            <a:endParaRPr i="0" sz="807" u="none" cap="none" strike="noStrike">
              <a:solidFill>
                <a:schemeClr val="dk1"/>
              </a:solidFill>
              <a:latin typeface="Times New Roman"/>
              <a:ea typeface="Times New Roman"/>
              <a:cs typeface="Times New Roman"/>
              <a:sym typeface="Times New Roman"/>
            </a:endParaRPr>
          </a:p>
        </p:txBody>
      </p:sp>
      <p:sp>
        <p:nvSpPr>
          <p:cNvPr id="238" name="Google Shape;238;g3da72f3286c_0_206"/>
          <p:cNvSpPr/>
          <p:nvPr/>
        </p:nvSpPr>
        <p:spPr>
          <a:xfrm>
            <a:off x="1" y="1938899"/>
            <a:ext cx="49200" cy="1131600"/>
          </a:xfrm>
          <a:prstGeom prst="rect">
            <a:avLst/>
          </a:prstGeom>
          <a:solidFill>
            <a:srgbClr val="00B4D8"/>
          </a:solidFill>
          <a:ln cap="flat" cmpd="sng" w="11400">
            <a:solidFill>
              <a:srgbClr val="00B4D8"/>
            </a:solidFill>
            <a:prstDash val="solid"/>
            <a:round/>
            <a:headEnd len="sm" w="sm" type="none"/>
            <a:tailEnd len="sm" w="sm" type="none"/>
          </a:ln>
        </p:spPr>
        <p:txBody>
          <a:bodyPr anchorCtr="0" anchor="ctr" bIns="82000" lIns="82000" spcFirstLastPara="1" rIns="82000" wrap="square" tIns="82000">
            <a:noAutofit/>
          </a:bodyPr>
          <a:lstStyle/>
          <a:p>
            <a:pPr indent="0" lvl="0" marL="0" rtl="0" algn="l">
              <a:spcBef>
                <a:spcPts val="0"/>
              </a:spcBef>
              <a:spcAft>
                <a:spcPts val="0"/>
              </a:spcAft>
              <a:buNone/>
            </a:pPr>
            <a:r>
              <a:t/>
            </a:r>
            <a:endParaRPr sz="1255">
              <a:latin typeface="Times New Roman"/>
              <a:ea typeface="Times New Roman"/>
              <a:cs typeface="Times New Roman"/>
              <a:sym typeface="Times New Roman"/>
            </a:endParaRPr>
          </a:p>
        </p:txBody>
      </p:sp>
      <p:sp>
        <p:nvSpPr>
          <p:cNvPr id="239" name="Google Shape;239;g3da72f3286c_0_206"/>
          <p:cNvSpPr/>
          <p:nvPr/>
        </p:nvSpPr>
        <p:spPr>
          <a:xfrm>
            <a:off x="98408" y="1955300"/>
            <a:ext cx="2230800" cy="21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B4D8"/>
              </a:buClr>
              <a:buSzPts val="852"/>
              <a:buFont typeface="Calibri"/>
              <a:buNone/>
            </a:pPr>
            <a:r>
              <a:rPr b="1" i="0" lang="en-US" sz="851" u="none" cap="none" strike="noStrike">
                <a:solidFill>
                  <a:srgbClr val="00B4D8"/>
                </a:solidFill>
                <a:latin typeface="Times New Roman"/>
                <a:ea typeface="Times New Roman"/>
                <a:cs typeface="Times New Roman"/>
                <a:sym typeface="Times New Roman"/>
              </a:rPr>
              <a:t>Key observation</a:t>
            </a:r>
            <a:endParaRPr i="0" sz="851" u="none" cap="none" strike="noStrike">
              <a:solidFill>
                <a:srgbClr val="000000"/>
              </a:solidFill>
              <a:latin typeface="Times New Roman"/>
              <a:ea typeface="Times New Roman"/>
              <a:cs typeface="Times New Roman"/>
              <a:sym typeface="Times New Roman"/>
            </a:endParaRPr>
          </a:p>
        </p:txBody>
      </p:sp>
      <p:sp>
        <p:nvSpPr>
          <p:cNvPr id="240" name="Google Shape;240;g3da72f3286c_0_206"/>
          <p:cNvSpPr/>
          <p:nvPr/>
        </p:nvSpPr>
        <p:spPr>
          <a:xfrm>
            <a:off x="98408" y="2184913"/>
            <a:ext cx="2230800" cy="803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807"/>
              <a:buFont typeface="Calibri"/>
              <a:buNone/>
            </a:pPr>
            <a:r>
              <a:rPr lang="en-US" sz="807">
                <a:solidFill>
                  <a:schemeClr val="dk1"/>
                </a:solidFill>
                <a:latin typeface="Times New Roman"/>
                <a:ea typeface="Times New Roman"/>
                <a:cs typeface="Times New Roman"/>
                <a:sym typeface="Times New Roman"/>
              </a:rPr>
              <a:t>2016 shows red and light cells weak or negative correlation. From 2018 onwards the heatmap turns progressively deeper blue. Light patches appear in mid-2021 and mid-2022  the only sustained periods of weaker correlation in the modern era</a:t>
            </a:r>
            <a:endParaRPr i="0" sz="807" u="none" cap="none" strike="noStrike">
              <a:solidFill>
                <a:schemeClr val="dk1"/>
              </a:solidFill>
              <a:latin typeface="Times New Roman"/>
              <a:ea typeface="Times New Roman"/>
              <a:cs typeface="Times New Roman"/>
              <a:sym typeface="Times New Roman"/>
            </a:endParaRPr>
          </a:p>
        </p:txBody>
      </p:sp>
      <p:sp>
        <p:nvSpPr>
          <p:cNvPr id="241" name="Google Shape;241;g3da72f3286c_0_206"/>
          <p:cNvSpPr/>
          <p:nvPr/>
        </p:nvSpPr>
        <p:spPr>
          <a:xfrm>
            <a:off x="1" y="3086899"/>
            <a:ext cx="49200" cy="1131600"/>
          </a:xfrm>
          <a:prstGeom prst="rect">
            <a:avLst/>
          </a:prstGeom>
          <a:solidFill>
            <a:srgbClr val="F78166"/>
          </a:solidFill>
          <a:ln cap="flat" cmpd="sng" w="11400">
            <a:solidFill>
              <a:srgbClr val="F78166"/>
            </a:solidFill>
            <a:prstDash val="solid"/>
            <a:round/>
            <a:headEnd len="sm" w="sm" type="none"/>
            <a:tailEnd len="sm" w="sm" type="none"/>
          </a:ln>
        </p:spPr>
        <p:txBody>
          <a:bodyPr anchorCtr="0" anchor="ctr" bIns="82000" lIns="82000" spcFirstLastPara="1" rIns="82000" wrap="square" tIns="82000">
            <a:noAutofit/>
          </a:bodyPr>
          <a:lstStyle/>
          <a:p>
            <a:pPr indent="0" lvl="0" marL="0" rtl="0" algn="l">
              <a:spcBef>
                <a:spcPts val="0"/>
              </a:spcBef>
              <a:spcAft>
                <a:spcPts val="0"/>
              </a:spcAft>
              <a:buNone/>
            </a:pPr>
            <a:r>
              <a:t/>
            </a:r>
            <a:endParaRPr sz="1255">
              <a:latin typeface="Times New Roman"/>
              <a:ea typeface="Times New Roman"/>
              <a:cs typeface="Times New Roman"/>
              <a:sym typeface="Times New Roman"/>
            </a:endParaRPr>
          </a:p>
        </p:txBody>
      </p:sp>
      <p:sp>
        <p:nvSpPr>
          <p:cNvPr id="242" name="Google Shape;242;g3da72f3286c_0_206"/>
          <p:cNvSpPr/>
          <p:nvPr/>
        </p:nvSpPr>
        <p:spPr>
          <a:xfrm>
            <a:off x="98407" y="3103300"/>
            <a:ext cx="2230800" cy="21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8166"/>
              </a:buClr>
              <a:buSzPts val="852"/>
              <a:buFont typeface="Calibri"/>
              <a:buNone/>
            </a:pPr>
            <a:r>
              <a:rPr b="1" i="0" lang="en-US" sz="851" u="none" cap="none" strike="noStrike">
                <a:solidFill>
                  <a:srgbClr val="F78166"/>
                </a:solidFill>
                <a:latin typeface="Times New Roman"/>
                <a:ea typeface="Times New Roman"/>
                <a:cs typeface="Times New Roman"/>
                <a:sym typeface="Times New Roman"/>
              </a:rPr>
              <a:t>Critical insight</a:t>
            </a:r>
            <a:endParaRPr i="0" sz="851" u="none" cap="none" strike="noStrike">
              <a:solidFill>
                <a:srgbClr val="000000"/>
              </a:solidFill>
              <a:latin typeface="Times New Roman"/>
              <a:ea typeface="Times New Roman"/>
              <a:cs typeface="Times New Roman"/>
              <a:sym typeface="Times New Roman"/>
            </a:endParaRPr>
          </a:p>
        </p:txBody>
      </p:sp>
      <p:sp>
        <p:nvSpPr>
          <p:cNvPr id="243" name="Google Shape;243;g3da72f3286c_0_206"/>
          <p:cNvSpPr/>
          <p:nvPr/>
        </p:nvSpPr>
        <p:spPr>
          <a:xfrm>
            <a:off x="98407" y="3332913"/>
            <a:ext cx="2230800" cy="803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49E"/>
              </a:buClr>
              <a:buSzPts val="807"/>
              <a:buFont typeface="Calibri"/>
              <a:buNone/>
            </a:pPr>
            <a:r>
              <a:rPr lang="en-US" sz="807">
                <a:solidFill>
                  <a:schemeClr val="dk1"/>
                </a:solidFill>
                <a:latin typeface="Times New Roman"/>
                <a:ea typeface="Times New Roman"/>
                <a:cs typeface="Times New Roman"/>
                <a:sym typeface="Times New Roman"/>
              </a:rPr>
              <a:t>The light patches in 2021 align exactly with DeFi summer and NFT boom  ETH-specific narratives that temporarily gave it an independent price story. The 2022 light patch aligns with the ETH Merge upgrade. ETH only decouples when it has its own fundamental catalyst otherwise it is a BTC follower</a:t>
            </a:r>
            <a:endParaRPr i="0" sz="807" u="none" cap="none" strike="noStrike">
              <a:solidFill>
                <a:schemeClr val="dk1"/>
              </a:solidFill>
              <a:latin typeface="Times New Roman"/>
              <a:ea typeface="Times New Roman"/>
              <a:cs typeface="Times New Roman"/>
              <a:sym typeface="Times New Roman"/>
            </a:endParaRPr>
          </a:p>
        </p:txBody>
      </p:sp>
      <p:pic>
        <p:nvPicPr>
          <p:cNvPr id="244" name="Google Shape;244;g3da72f3286c_0_206" title="Screenshot 2026-03-26 at 6.22.09 PM.png"/>
          <p:cNvPicPr preferRelativeResize="0"/>
          <p:nvPr/>
        </p:nvPicPr>
        <p:blipFill>
          <a:blip r:embed="rId3">
            <a:alphaModFix/>
          </a:blip>
          <a:stretch>
            <a:fillRect/>
          </a:stretch>
        </p:blipFill>
        <p:spPr>
          <a:xfrm>
            <a:off x="2775675" y="713825"/>
            <a:ext cx="6253998" cy="37459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pic>
        <p:nvPicPr>
          <p:cNvPr id="250" name="Google Shape;250;g3da72f3286c_0_223" title="Screenshot 2026-03-26 at 6.22.55 PM.png"/>
          <p:cNvPicPr preferRelativeResize="0"/>
          <p:nvPr/>
        </p:nvPicPr>
        <p:blipFill>
          <a:blip r:embed="rId3">
            <a:alphaModFix/>
          </a:blip>
          <a:stretch>
            <a:fillRect/>
          </a:stretch>
        </p:blipFill>
        <p:spPr>
          <a:xfrm>
            <a:off x="1062075" y="615475"/>
            <a:ext cx="7513324" cy="41376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pic>
        <p:nvPicPr>
          <p:cNvPr descr="light theme" id="256" name="Google Shape;256;g3da72f3286c_0_102"/>
          <p:cNvPicPr preferRelativeResize="0"/>
          <p:nvPr/>
        </p:nvPicPr>
        <p:blipFill rotWithShape="1">
          <a:blip r:embed="rId3">
            <a:alphaModFix/>
          </a:blip>
          <a:srcRect b="3239" l="3619" r="3832" t="18904"/>
          <a:stretch/>
        </p:blipFill>
        <p:spPr>
          <a:xfrm>
            <a:off x="625050" y="809300"/>
            <a:ext cx="8340800" cy="3920450"/>
          </a:xfrm>
          <a:prstGeom prst="rect">
            <a:avLst/>
          </a:prstGeom>
          <a:noFill/>
          <a:ln>
            <a:noFill/>
          </a:ln>
        </p:spPr>
      </p:pic>
      <p:sp>
        <p:nvSpPr>
          <p:cNvPr id="257" name="Google Shape;257;g3da72f3286c_0_102"/>
          <p:cNvSpPr/>
          <p:nvPr/>
        </p:nvSpPr>
        <p:spPr>
          <a:xfrm>
            <a:off x="2305972" y="147150"/>
            <a:ext cx="55224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libri"/>
              <a:buNone/>
            </a:pPr>
            <a:r>
              <a:rPr b="1" i="0" lang="en-US" sz="3000" u="none" cap="none" strike="noStrike">
                <a:solidFill>
                  <a:schemeClr val="dk1"/>
                </a:solidFill>
                <a:latin typeface="Times New Roman"/>
                <a:ea typeface="Times New Roman"/>
                <a:cs typeface="Times New Roman"/>
                <a:sym typeface="Times New Roman"/>
              </a:rPr>
              <a:t>Dashboard: Final Interpretation</a:t>
            </a:r>
            <a:endParaRPr i="0" sz="3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2" name="Shape 262"/>
        <p:cNvGrpSpPr/>
        <p:nvPr/>
      </p:nvGrpSpPr>
      <p:grpSpPr>
        <a:xfrm>
          <a:off x="0" y="0"/>
          <a:ext cx="0" cy="0"/>
          <a:chOff x="0" y="0"/>
          <a:chExt cx="0" cy="0"/>
        </a:xfrm>
      </p:grpSpPr>
      <p:sp>
        <p:nvSpPr>
          <p:cNvPr id="263" name="Google Shape;263;p8"/>
          <p:cNvSpPr/>
          <p:nvPr/>
        </p:nvSpPr>
        <p:spPr>
          <a:xfrm>
            <a:off x="914400" y="1005840"/>
            <a:ext cx="731520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200"/>
              <a:buFont typeface="Calibri"/>
              <a:buNone/>
            </a:pPr>
            <a:r>
              <a:rPr b="1" i="0" lang="en-US" sz="4200" u="none" cap="none" strike="noStrike">
                <a:solidFill>
                  <a:schemeClr val="dk1"/>
                </a:solidFill>
                <a:latin typeface="Times New Roman"/>
                <a:ea typeface="Times New Roman"/>
                <a:cs typeface="Times New Roman"/>
                <a:sym typeface="Times New Roman"/>
              </a:rPr>
              <a:t>THANK YOU</a:t>
            </a:r>
            <a:endParaRPr i="0" sz="4200" u="none" cap="none" strike="noStrike">
              <a:solidFill>
                <a:schemeClr val="dk1"/>
              </a:solidFill>
              <a:latin typeface="Times New Roman"/>
              <a:ea typeface="Times New Roman"/>
              <a:cs typeface="Times New Roman"/>
              <a:sym typeface="Times New Roman"/>
            </a:endParaRPr>
          </a:p>
        </p:txBody>
      </p:sp>
      <p:sp>
        <p:nvSpPr>
          <p:cNvPr id="264" name="Google Shape;264;p8"/>
          <p:cNvSpPr/>
          <p:nvPr/>
        </p:nvSpPr>
        <p:spPr>
          <a:xfrm>
            <a:off x="3200400" y="1783080"/>
            <a:ext cx="2743200" cy="45720"/>
          </a:xfrm>
          <a:prstGeom prst="rect">
            <a:avLst/>
          </a:prstGeom>
          <a:solidFill>
            <a:srgbClr val="00458E"/>
          </a:solidFill>
          <a:ln cap="flat" cmpd="sng" w="12700">
            <a:solidFill>
              <a:srgbClr val="00458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265" name="Google Shape;265;p8"/>
          <p:cNvSpPr/>
          <p:nvPr/>
        </p:nvSpPr>
        <p:spPr>
          <a:xfrm>
            <a:off x="1097280" y="1965960"/>
            <a:ext cx="6949440" cy="10972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949E"/>
              </a:buClr>
              <a:buSzPts val="1200"/>
              <a:buFont typeface="Calibri"/>
              <a:buNone/>
            </a:pPr>
            <a:r>
              <a:rPr b="1" i="1" lang="en-US" sz="1200" u="none" cap="none" strike="noStrike">
                <a:solidFill>
                  <a:schemeClr val="dk1"/>
                </a:solidFill>
                <a:latin typeface="Times New Roman"/>
                <a:ea typeface="Times New Roman"/>
                <a:cs typeface="Times New Roman"/>
                <a:sym typeface="Times New Roman"/>
              </a:rPr>
              <a:t>"The data shows that Bitcoin and Ethereum have converged into a unified crypto risk asset — driven by the same forces, peaking together, and crashing together. Understanding their correlation is essential for any serious crypto investor or analyst."</a:t>
            </a:r>
            <a:endParaRPr b="1" i="0" sz="1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Somaiya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2026-03-26T08:37:58Z</dcterms:created>
  <dc:creator>PptxGenJS</dc:creator>
</cp:coreProperties>
</file>