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7" r:id="rId4"/>
    <p:sldId id="258" r:id="rId5"/>
    <p:sldId id="259" r:id="rId6"/>
    <p:sldId id="275" r:id="rId7"/>
    <p:sldId id="283" r:id="rId8"/>
    <p:sldId id="285" r:id="rId9"/>
    <p:sldId id="286" r:id="rId10"/>
    <p:sldId id="289" r:id="rId11"/>
  </p:sldIdLst>
  <p:sldSz cx="12192000" cy="6858000"/>
  <p:notesSz cx="6858000" cy="9144000"/>
  <p:embeddedFontLst>
    <p:embeddedFont>
      <p:font typeface="Fira Sans" panose="020B0503050000020004" pitchFamily="34" charset="0"/>
      <p:regular r:id="rId13"/>
      <p:bold r:id="rId14"/>
      <p:italic r:id="rId15"/>
      <p:boldItalic r:id="rId16"/>
    </p:embeddedFont>
    <p:embeddedFont>
      <p:font typeface="Marcellus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7+2hgZAO8Ce10SIbHSuthBaOA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60"/>
  </p:normalViewPr>
  <p:slideViewPr>
    <p:cSldViewPr snapToGrid="0">
      <p:cViewPr>
        <p:scale>
          <a:sx n="61" d="100"/>
          <a:sy n="61" d="100"/>
        </p:scale>
        <p:origin x="516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7b38bcea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3c7b38bcea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7b38bcea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g3c7b38bcea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Google Shape;9;p4" descr="Graphical user interface, text, application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3862" y="141576"/>
            <a:ext cx="2316256" cy="70870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ctrTitle"/>
          </p:nvPr>
        </p:nvSpPr>
        <p:spPr>
          <a:xfrm>
            <a:off x="1409350" y="780175"/>
            <a:ext cx="10398749" cy="60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42530"/>
              </a:buClr>
              <a:buSzPts val="6000"/>
              <a:buFont typeface="Marcellus"/>
              <a:buNone/>
              <a:defRPr sz="2000">
                <a:latin typeface="Calibri"/>
              </a:defRPr>
            </a:pPr>
            <a:r>
              <a:rPr lang="en-US" sz="3110" b="1" dirty="0" err="1"/>
              <a:t>SimpleMem</a:t>
            </a:r>
            <a:r>
              <a:rPr lang="en-US" sz="3110" b="1" dirty="0"/>
              <a:t>: Efficient Lifelong Memory for LLM Agents</a:t>
            </a:r>
            <a:endParaRPr sz="1910" b="1" dirty="0"/>
          </a:p>
        </p:txBody>
      </p:sp>
      <p:sp>
        <p:nvSpPr>
          <p:cNvPr id="81" name="Google Shape;81;p2"/>
          <p:cNvSpPr txBox="1">
            <a:spLocks noGrp="1"/>
          </p:cNvSpPr>
          <p:nvPr>
            <p:ph type="subTitle" idx="1"/>
          </p:nvPr>
        </p:nvSpPr>
        <p:spPr>
          <a:xfrm>
            <a:off x="35517" y="1281352"/>
            <a:ext cx="12109155" cy="7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  <a:defRPr sz="1600">
                <a:latin typeface="Calibri"/>
              </a:defRPr>
            </a:pPr>
            <a:r>
              <a:rPr lang="en-IN" b="1" dirty="0"/>
              <a:t>Shreyans Tatiya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  <a:defRPr sz="1600">
                <a:latin typeface="Calibri"/>
              </a:defRPr>
            </a:pPr>
            <a:r>
              <a:rPr lang="en-US" b="1" dirty="0">
                <a:solidFill>
                  <a:schemeClr val="dk1"/>
                </a:solidFill>
              </a:rPr>
              <a:t>TY-C</a:t>
            </a:r>
            <a:endParaRPr b="1" dirty="0"/>
          </a:p>
        </p:txBody>
      </p: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18" y="2274354"/>
            <a:ext cx="6052457" cy="3512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/>
          <p:cNvPicPr preferRelativeResize="0"/>
          <p:nvPr/>
        </p:nvPicPr>
        <p:blipFill rotWithShape="1">
          <a:blip r:embed="rId4">
            <a:alphaModFix/>
          </a:blip>
          <a:srcRect r="59220"/>
          <a:stretch/>
        </p:blipFill>
        <p:spPr>
          <a:xfrm rot="-5400000">
            <a:off x="7424061" y="1000149"/>
            <a:ext cx="3512457" cy="60234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  <a:defRPr sz="1600">
                <a:latin typeface="Calibri"/>
              </a:defRPr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4401"/>
            <a:ext cx="10393071" cy="645952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>
                <a:latin typeface="Calibri"/>
              </a:defRPr>
            </a:pPr>
            <a:r>
              <a:rPr sz="3000" b="1" dirty="0" err="1"/>
              <a:t>SimpleMem</a:t>
            </a:r>
            <a:r>
              <a:rPr sz="3000" b="1" dirty="0"/>
              <a:t>: Efficient Lifelong Memory for LLM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265028"/>
            <a:ext cx="10515600" cy="176168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sz="2000" dirty="0"/>
              <a:t>Jiaqi Liu*, </a:t>
            </a:r>
            <a:r>
              <a:rPr sz="2000" dirty="0" err="1"/>
              <a:t>Yaofeng</a:t>
            </a:r>
            <a:r>
              <a:rPr sz="2000" dirty="0"/>
              <a:t> Su*, Peng Xia, Siwei Han, </a:t>
            </a:r>
            <a:r>
              <a:rPr sz="2000" dirty="0" err="1"/>
              <a:t>Zeyu</a:t>
            </a:r>
            <a:r>
              <a:rPr sz="2000" dirty="0"/>
              <a:t> Zheng, </a:t>
            </a:r>
            <a:r>
              <a:rPr sz="2000" dirty="0" err="1"/>
              <a:t>Cihang</a:t>
            </a:r>
            <a:r>
              <a:rPr sz="2000" dirty="0"/>
              <a:t> Xie, Mingyu Ding, </a:t>
            </a:r>
            <a:r>
              <a:rPr sz="2000" dirty="0" err="1"/>
              <a:t>Huaxiu</a:t>
            </a:r>
            <a:r>
              <a:rPr sz="2000" dirty="0"/>
              <a:t> Yao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sz="2000" dirty="0"/>
              <a:t>UNC Chapel Hill | UC Berkeley | UC Santa Cruz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sz="2000" dirty="0" err="1"/>
              <a:t>arXiv</a:t>
            </a:r>
            <a:r>
              <a:rPr sz="2000" dirty="0"/>
              <a:t>, January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1090568" y="822121"/>
            <a:ext cx="9756944" cy="66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42530"/>
              </a:buClr>
              <a:buSzPts val="6000"/>
              <a:buFont typeface="Marcellus"/>
              <a:buNone/>
              <a:defRPr sz="2000">
                <a:latin typeface="Calibri"/>
              </a:defRPr>
            </a:pPr>
            <a:r>
              <a:rPr lang="en-US" sz="3600" b="1" dirty="0">
                <a:latin typeface="Fira Sans"/>
                <a:ea typeface="Fira Sans"/>
                <a:cs typeface="Fira Sans"/>
                <a:sym typeface="Fira Sans"/>
              </a:rPr>
              <a:t>Background</a:t>
            </a:r>
            <a:endParaRPr sz="3600"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1090568" y="1585519"/>
            <a:ext cx="10838079" cy="458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r>
              <a:rPr lang="en-US" sz="2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Large Language Model (LLM) Agents</a:t>
            </a:r>
            <a:endParaRPr sz="28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endParaRPr sz="12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Used in chatbots, assistants, autonomous agents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Limited by </a:t>
            </a:r>
            <a:r>
              <a:rPr lang="en-US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fixed context window</a:t>
            </a:r>
            <a:endParaRPr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33375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Cannot efficiently handle long multi-session conversations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latin typeface="Calibri"/>
              </a:defRPr>
            </a:pPr>
            <a:r>
              <a:rPr lang="en-US" sz="2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Problem in Existing Systems</a:t>
            </a:r>
            <a:endParaRPr sz="28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Full-context storage → redundant information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Iterative filtering → high token &amp; computational cost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Context inflation → degraded reasoning performance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  <a:defRPr sz="1600">
                <a:latin typeface="Calibri"/>
              </a:defRPr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7b38bcea0_0_16"/>
          <p:cNvSpPr txBox="1">
            <a:spLocks noGrp="1"/>
          </p:cNvSpPr>
          <p:nvPr>
            <p:ph type="ctrTitle"/>
          </p:nvPr>
        </p:nvSpPr>
        <p:spPr>
          <a:xfrm>
            <a:off x="911424" y="819048"/>
            <a:ext cx="9936088" cy="64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42530"/>
              </a:buClr>
              <a:buSzPts val="6000"/>
              <a:buFont typeface="Marcellus"/>
              <a:buNone/>
              <a:defRPr sz="2000">
                <a:latin typeface="Calibri"/>
              </a:defRPr>
            </a:pPr>
            <a:r>
              <a:rPr lang="en-US" sz="3600" b="1" dirty="0">
                <a:latin typeface="Fira Sans"/>
                <a:ea typeface="Fira Sans"/>
                <a:cs typeface="Fira Sans"/>
                <a:sym typeface="Fira Sans"/>
              </a:rPr>
              <a:t>Research Problem</a:t>
            </a:r>
            <a:endParaRPr sz="3600"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" name="Google Shape;101;g3c7b38bcea0_0_16"/>
          <p:cNvSpPr txBox="1">
            <a:spLocks noGrp="1"/>
          </p:cNvSpPr>
          <p:nvPr>
            <p:ph type="subTitle" idx="1"/>
          </p:nvPr>
        </p:nvSpPr>
        <p:spPr>
          <a:xfrm>
            <a:off x="911424" y="1551963"/>
            <a:ext cx="11017200" cy="461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r>
              <a:rPr lang="en-US" sz="2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Core Problem</a:t>
            </a:r>
            <a:endParaRPr sz="28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How to design an </a:t>
            </a:r>
            <a:r>
              <a:rPr lang="en-US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efficient lifelong memory system</a:t>
            </a: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for LLM agents that:</a:t>
            </a:r>
            <a:endParaRPr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endParaRPr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Maintains long-term interaction history</a:t>
            </a:r>
            <a:b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Removes redundant dialogue</a:t>
            </a:r>
            <a:b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Preserves important semantic information</a:t>
            </a:r>
            <a:b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Minimizes token usage during inference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" name="Google Shape;104;g3c7b38bcea0_0_1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  <a:defRPr sz="1600">
                <a:latin typeface="Calibri"/>
              </a:defRPr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7b38bcea0_0_36"/>
          <p:cNvSpPr txBox="1">
            <a:spLocks noGrp="1"/>
          </p:cNvSpPr>
          <p:nvPr>
            <p:ph type="ctrTitle"/>
          </p:nvPr>
        </p:nvSpPr>
        <p:spPr>
          <a:xfrm>
            <a:off x="911424" y="864065"/>
            <a:ext cx="9936088" cy="62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A42530"/>
              </a:buClr>
              <a:buSzPts val="6000"/>
              <a:buFont typeface="Marcellus"/>
              <a:buNone/>
              <a:defRPr sz="2000">
                <a:latin typeface="Calibri"/>
              </a:defRPr>
            </a:pPr>
            <a:r>
              <a:rPr lang="en-US" sz="3600" b="1" dirty="0">
                <a:latin typeface="Fira Sans"/>
                <a:ea typeface="Fira Sans"/>
                <a:cs typeface="Fira Sans"/>
                <a:sym typeface="Fira Sans"/>
              </a:rPr>
              <a:t>Motivation</a:t>
            </a:r>
            <a:endParaRPr sz="3600"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" name="Google Shape;110;g3c7b38bcea0_0_36"/>
          <p:cNvSpPr txBox="1">
            <a:spLocks noGrp="1"/>
          </p:cNvSpPr>
          <p:nvPr>
            <p:ph type="subTitle" idx="1"/>
          </p:nvPr>
        </p:nvSpPr>
        <p:spPr>
          <a:xfrm>
            <a:off x="911424" y="1484849"/>
            <a:ext cx="11017200" cy="468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r>
              <a:rPr lang="en-US" sz="2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Future AI agents require:</a:t>
            </a:r>
            <a:endParaRPr sz="28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endParaRPr sz="12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Multi-session reasoning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Temporal understanding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Personalized long-term memory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Efficient computation</a:t>
            </a:r>
          </a:p>
          <a:p>
            <a:pPr marL="457200" lvl="0" indent="-333375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50"/>
              <a:buFont typeface="Fira Sans"/>
              <a:buChar char="●"/>
              <a:defRPr sz="1600">
                <a:latin typeface="Calibri"/>
              </a:defRPr>
            </a:pPr>
            <a:endParaRPr lang="en-US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r>
              <a:rPr lang="en-US" sz="2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Existing approaches fail to balance:</a:t>
            </a:r>
            <a:endParaRPr sz="28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Full-context storage → redundant information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Iterative filtering → high token &amp; computational cost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50"/>
              <a:buFont typeface="Fira Sans"/>
              <a:buChar char="●"/>
              <a:defRPr sz="1600">
                <a:latin typeface="Calibri"/>
              </a:defRPr>
            </a:pPr>
            <a:r>
              <a:rPr lang="en-US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Context inflation → degraded reasoning performance</a:t>
            </a: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latin typeface="Calibri"/>
              </a:defRPr>
            </a:pPr>
            <a:endParaRPr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" name="Google Shape;113;g3c7b38bcea0_0_3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3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  <a:defRPr sz="1600">
                <a:latin typeface="Calibri"/>
              </a:defRPr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10545706" cy="598615"/>
          </a:xfrm>
        </p:spPr>
        <p:txBody>
          <a:bodyPr/>
          <a:lstStyle/>
          <a:p>
            <a:pPr algn="ctr">
              <a:spcAft>
                <a:spcPts val="600"/>
              </a:spcAft>
              <a:defRPr sz="2000">
                <a:latin typeface="Calibri"/>
              </a:defRPr>
            </a:pPr>
            <a:r>
              <a:rPr lang="en-IN" b="1" dirty="0" err="1"/>
              <a:t>SimpleMem</a:t>
            </a:r>
            <a:r>
              <a:rPr lang="en-IN" b="1" dirty="0"/>
              <a:t> Architecture</a:t>
            </a:r>
            <a:endParaRPr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0BA8B-1690-E50F-736B-71BCF818F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0" y="1811112"/>
            <a:ext cx="11547335" cy="3235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10818812" cy="549713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>
                <a:latin typeface="Calibri"/>
              </a:defRPr>
            </a:pPr>
            <a:r>
              <a:rPr b="1" dirty="0"/>
              <a:t>Performance Results (GPT-4.1-mini)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175641"/>
            <a:ext cx="10515600" cy="3685409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Average F1 Score: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Full Context: 18.70 | Mem0: 34.20 | </a:t>
            </a:r>
            <a:r>
              <a:rPr dirty="0" err="1"/>
              <a:t>SimpleMem</a:t>
            </a:r>
            <a:r>
              <a:rPr dirty="0"/>
              <a:t>: 43.24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+26.4% improvement over Mem0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6A0F26-0909-4E4A-42C7-5B762758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194" y="1608082"/>
            <a:ext cx="5257457" cy="4069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10881874" cy="510300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>
                <a:latin typeface="Calibri"/>
              </a:defRPr>
            </a:pPr>
            <a:r>
              <a:rPr b="1" dirty="0"/>
              <a:t>Token Efficiency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145" y="2230821"/>
            <a:ext cx="5216121" cy="363022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sz="1600" dirty="0"/>
              <a:t>Full-context systems: </a:t>
            </a:r>
            <a:r>
              <a:rPr lang="en-IN" sz="1600" dirty="0"/>
              <a:t>~</a:t>
            </a:r>
            <a:r>
              <a:rPr sz="1600" dirty="0"/>
              <a:t>16,900 tokens/query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sz="1600" dirty="0" err="1"/>
              <a:t>SimpleMem</a:t>
            </a:r>
            <a:r>
              <a:rPr sz="1600" dirty="0"/>
              <a:t>: ~531 tokens/query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sz="1600" dirty="0"/>
              <a:t>~30× reduction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3B288F-221C-4FC6-6838-F351A153E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265" y="1440175"/>
            <a:ext cx="5919590" cy="43718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04042"/>
            <a:ext cx="10787281" cy="662151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>
                <a:latin typeface="Calibri"/>
              </a:defRPr>
            </a:pPr>
            <a:r>
              <a:rPr b="1" dirty="0"/>
              <a:t>Performance on Smaller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17" y="2246586"/>
            <a:ext cx="5825359" cy="265649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Qwen3-8B: </a:t>
            </a:r>
            <a:r>
              <a:rPr dirty="0" err="1"/>
              <a:t>SimpleMem</a:t>
            </a:r>
            <a:r>
              <a:rPr dirty="0"/>
              <a:t> 33.45 F1 vs Mem0 25.80 F1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Qwen2.5-1.5B: Strong performance despite low parameters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 err="1"/>
              <a:t>SimpleMem</a:t>
            </a:r>
            <a:r>
              <a:rPr dirty="0"/>
              <a:t> enhances capability across all model sizes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2FAA8-451C-6723-A5C9-224130FF6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55" y="1530333"/>
            <a:ext cx="5291649" cy="4095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11078943" cy="715252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>
                <a:latin typeface="Calibri"/>
              </a:defRPr>
            </a:pPr>
            <a:r>
              <a:rPr sz="2400" b="1" dirty="0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2283" y="2120462"/>
            <a:ext cx="10433105" cy="374058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Filters low-density dialogue effectively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Normalizes temporal references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Synthesizes related information intelligently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Uses adaptive multi-view retrieval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latin typeface="Calibri"/>
              </a:defRPr>
            </a:pPr>
            <a:r>
              <a:rPr dirty="0"/>
              <a:t>Achieves state-of-the-art performance with 30× lower token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Widescreen</PresentationFormat>
  <Paragraphs>61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Marcellus</vt:lpstr>
      <vt:lpstr>Fira Sans</vt:lpstr>
      <vt:lpstr>Arial</vt:lpstr>
      <vt:lpstr>Calibri</vt:lpstr>
      <vt:lpstr>Office Theme</vt:lpstr>
      <vt:lpstr>SimpleMem: Efficient Lifelong Memory for LLM Agents</vt:lpstr>
      <vt:lpstr>SimpleMem: Efficient Lifelong Memory for LLM Agents</vt:lpstr>
      <vt:lpstr>Background</vt:lpstr>
      <vt:lpstr>Research Problem</vt:lpstr>
      <vt:lpstr>Motivation</vt:lpstr>
      <vt:lpstr>SimpleMem Architecture</vt:lpstr>
      <vt:lpstr>Performance Results (GPT-4.1-mini)</vt:lpstr>
      <vt:lpstr>Token Efficiency</vt:lpstr>
      <vt:lpstr>Performance on Smaller Models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Pushpendra Kumar Dhansoia</dc:creator>
  <cp:lastModifiedBy>Shreyans T</cp:lastModifiedBy>
  <cp:revision>1</cp:revision>
  <dcterms:created xsi:type="dcterms:W3CDTF">2022-02-21T05:08:08Z</dcterms:created>
  <dcterms:modified xsi:type="dcterms:W3CDTF">2026-02-14T16:10:01Z</dcterms:modified>
</cp:coreProperties>
</file>